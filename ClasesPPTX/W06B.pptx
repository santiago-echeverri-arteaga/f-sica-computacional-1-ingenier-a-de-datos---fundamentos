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W05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W06A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0" dirty="0"/>
            <a:t>Diseño relacional mínimo (PK/FK + llaves)</a:t>
          </a:r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2520C895-A69C-4E1D-833E-CFCF8D045592}">
      <dgm:prSet/>
      <dgm:spPr/>
      <dgm:t>
        <a:bodyPr/>
        <a:lstStyle/>
        <a:p>
          <a:pPr>
            <a:defRPr b="1"/>
          </a:pPr>
          <a:r>
            <a:rPr lang="es-CO" dirty="0"/>
            <a:t>W06B</a:t>
          </a:r>
        </a:p>
      </dgm:t>
    </dgm:pt>
    <dgm:pt modelId="{94832D78-9833-41A4-81C5-EF626380929C}" type="parTrans" cxnId="{AF0605B5-6EC5-474B-AF1B-83308F626370}">
      <dgm:prSet/>
      <dgm:spPr/>
      <dgm:t>
        <a:bodyPr/>
        <a:lstStyle/>
        <a:p>
          <a:endParaRPr lang="es-CO"/>
        </a:p>
      </dgm:t>
    </dgm:pt>
    <dgm:pt modelId="{CEAFE364-1135-476B-A766-6591619D08D7}" type="sibTrans" cxnId="{AF0605B5-6EC5-474B-AF1B-83308F626370}">
      <dgm:prSet/>
      <dgm:spPr/>
      <dgm:t>
        <a:bodyPr/>
        <a:lstStyle/>
        <a:p>
          <a:endParaRPr lang="es-CO"/>
        </a:p>
      </dgm:t>
    </dgm:pt>
    <dgm:pt modelId="{730198F8-8277-4469-A2E6-D7B60D4E0025}">
      <dgm:prSet/>
      <dgm:spPr/>
      <dgm:t>
        <a:bodyPr/>
        <a:lstStyle/>
        <a:p>
          <a:r>
            <a:rPr lang="es-ES" b="1" dirty="0"/>
            <a:t>Gold + </a:t>
          </a:r>
          <a:r>
            <a:rPr lang="es-ES" b="1" dirty="0" err="1"/>
            <a:t>exports</a:t>
          </a:r>
          <a:r>
            <a:rPr lang="es-ES" b="1" dirty="0"/>
            <a:t> + documentación final</a:t>
          </a:r>
          <a:endParaRPr lang="es-CO" dirty="0"/>
        </a:p>
      </dgm:t>
    </dgm:pt>
    <dgm:pt modelId="{CFB92EED-D2A6-4767-B7AA-6133823B2886}" type="parTrans" cxnId="{A0200E12-295E-4F66-BED2-CEF30ADAA122}">
      <dgm:prSet/>
      <dgm:spPr/>
      <dgm:t>
        <a:bodyPr/>
        <a:lstStyle/>
        <a:p>
          <a:endParaRPr lang="es-CO"/>
        </a:p>
      </dgm:t>
    </dgm:pt>
    <dgm:pt modelId="{523C5D6A-73AB-4D5D-B396-58B4DA401B5B}" type="sibTrans" cxnId="{A0200E12-295E-4F66-BED2-CEF30ADAA122}">
      <dgm:prSet/>
      <dgm:spPr/>
      <dgm:t>
        <a:bodyPr/>
        <a:lstStyle/>
        <a:p>
          <a:endParaRPr lang="es-CO"/>
        </a:p>
      </dgm:t>
    </dgm:pt>
    <dgm:pt modelId="{55DB74FC-AA14-484C-90C5-272BF72C7E35}">
      <dgm:prSet/>
      <dgm:spPr/>
      <dgm:t>
        <a:bodyPr/>
        <a:lstStyle/>
        <a:p>
          <a:pPr>
            <a:defRPr b="1"/>
          </a:pPr>
          <a:r>
            <a:rPr lang="es-CO"/>
            <a:t>W03</a:t>
          </a:r>
          <a:endParaRPr lang="es-CO" dirty="0"/>
        </a:p>
      </dgm:t>
    </dgm:pt>
    <dgm:pt modelId="{D6AED8D8-0009-4B66-8C28-D0634FC48861}" type="parTrans" cxnId="{48490DA6-498E-4365-AEBE-613B553408D7}">
      <dgm:prSet/>
      <dgm:spPr/>
      <dgm:t>
        <a:bodyPr/>
        <a:lstStyle/>
        <a:p>
          <a:endParaRPr lang="es-CO"/>
        </a:p>
      </dgm:t>
    </dgm:pt>
    <dgm:pt modelId="{E93CBD9A-7BE6-4D11-94AD-BFD8DCA9C391}" type="sibTrans" cxnId="{48490DA6-498E-4365-AEBE-613B553408D7}">
      <dgm:prSet/>
      <dgm:spPr/>
      <dgm:t>
        <a:bodyPr/>
        <a:lstStyle/>
        <a:p>
          <a:endParaRPr lang="es-CO"/>
        </a:p>
      </dgm:t>
    </dgm:pt>
    <dgm:pt modelId="{5419EDF0-37A9-436C-B8B3-9B4FEA7E70F4}">
      <dgm:prSet/>
      <dgm:spPr/>
      <dgm:t>
        <a:bodyPr/>
        <a:lstStyle/>
        <a:p>
          <a:r>
            <a:rPr lang="es-CO"/>
            <a:t>SQL básico</a:t>
          </a:r>
          <a:endParaRPr lang="es-CO" dirty="0"/>
        </a:p>
      </dgm:t>
    </dgm:pt>
    <dgm:pt modelId="{83343AD1-A745-45E3-BDD5-EFBC3C62047F}" type="parTrans" cxnId="{01786C96-8A2E-4BF3-BEC2-E30FA4ACE245}">
      <dgm:prSet/>
      <dgm:spPr/>
      <dgm:t>
        <a:bodyPr/>
        <a:lstStyle/>
        <a:p>
          <a:endParaRPr lang="es-CO"/>
        </a:p>
      </dgm:t>
    </dgm:pt>
    <dgm:pt modelId="{D4F9ACE3-DCE1-4817-BAB7-F6E97CA81E9F}" type="sibTrans" cxnId="{01786C96-8A2E-4BF3-BEC2-E30FA4ACE245}">
      <dgm:prSet/>
      <dgm:spPr/>
      <dgm:t>
        <a:bodyPr/>
        <a:lstStyle/>
        <a:p>
          <a:endParaRPr lang="es-CO"/>
        </a:p>
      </dgm:t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4"/>
      <dgm:spPr/>
    </dgm:pt>
    <dgm:pt modelId="{3941855B-9F45-4A82-956B-02684A432AA5}" type="pres">
      <dgm:prSet presAssocID="{CF314EE2-D6D7-4536-A6FD-41DF85B6060B}" presName="Ellipse" presStyleLbl="fgAcc1" presStyleIdx="0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7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4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7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4"/>
      <dgm:spPr/>
    </dgm:pt>
    <dgm:pt modelId="{591D0C9E-F3BD-4ACE-A927-797BE3DA39DF}" type="pres">
      <dgm:prSet presAssocID="{DB0F8EA1-4EC9-4B36-B3A0-726A64C3981F}" presName="Ellipse" presStyleLbl="fgAcc1" presStyleIdx="1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7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4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7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354A0EB9-C15D-4EED-AD7A-4BA0BD6EA95F}" type="pres">
      <dgm:prSet presAssocID="{55DB74FC-AA14-484C-90C5-272BF72C7E35}" presName="composite" presStyleCnt="0"/>
      <dgm:spPr/>
    </dgm:pt>
    <dgm:pt modelId="{6B3B44FD-CD55-49A1-9D46-7D8BE7ECC7DC}" type="pres">
      <dgm:prSet presAssocID="{55DB74FC-AA14-484C-90C5-272BF72C7E35}" presName="ConnectorPoint" presStyleLbl="lnNode1" presStyleIdx="2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462C6F2-48E5-4BD6-909A-4F12CDF07C3F}" type="pres">
      <dgm:prSet presAssocID="{55DB74FC-AA14-484C-90C5-272BF72C7E35}" presName="DropPinPlaceHolder" presStyleCnt="0"/>
      <dgm:spPr/>
    </dgm:pt>
    <dgm:pt modelId="{7426B390-11A9-467C-8863-3A0BEAE74606}" type="pres">
      <dgm:prSet presAssocID="{55DB74FC-AA14-484C-90C5-272BF72C7E35}" presName="DropPin" presStyleLbl="alignNode1" presStyleIdx="4" presStyleCnt="14"/>
      <dgm:spPr/>
    </dgm:pt>
    <dgm:pt modelId="{CCC1B053-3ECB-4D6B-98FE-E0527430F655}" type="pres">
      <dgm:prSet presAssocID="{55DB74FC-AA14-484C-90C5-272BF72C7E35}" presName="Ellipse" presStyleLbl="fgAcc1" presStyleIdx="2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C33ADDC-85D4-4DBF-83AE-CB3AB9747E6D}" type="pres">
      <dgm:prSet presAssocID="{55DB74FC-AA14-484C-90C5-272BF72C7E35}" presName="L2TextContainer" presStyleLbl="revTx" presStyleIdx="2" presStyleCnt="7">
        <dgm:presLayoutVars>
          <dgm:bulletEnabled val="1"/>
        </dgm:presLayoutVars>
      </dgm:prSet>
      <dgm:spPr/>
    </dgm:pt>
    <dgm:pt modelId="{F60B4A9E-2A40-44D1-A1A8-F4A47B5C2960}" type="pres">
      <dgm:prSet presAssocID="{55DB74FC-AA14-484C-90C5-272BF72C7E35}" presName="L1TextContainer" presStyleLbl="alignNode1" presStyleIdx="5" presStyleCnt="14">
        <dgm:presLayoutVars>
          <dgm:chMax val="1"/>
          <dgm:chPref val="1"/>
          <dgm:bulletEnabled val="1"/>
        </dgm:presLayoutVars>
      </dgm:prSet>
      <dgm:spPr/>
    </dgm:pt>
    <dgm:pt modelId="{46D358C1-2023-4C84-9A53-DF8EDD80A1F7}" type="pres">
      <dgm:prSet presAssocID="{55DB74FC-AA14-484C-90C5-272BF72C7E35}" presName="ConnectLine" presStyleLbl="sibTrans1D1" presStyleIdx="2" presStyleCnt="7"/>
      <dgm:spPr/>
    </dgm:pt>
    <dgm:pt modelId="{91C0AD43-BE18-4658-8D0F-AC469508DD81}" type="pres">
      <dgm:prSet presAssocID="{55DB74FC-AA14-484C-90C5-272BF72C7E35}" presName="EmptyPlaceHolder" presStyleCnt="0"/>
      <dgm:spPr/>
    </dgm:pt>
    <dgm:pt modelId="{6AAB63EC-3F70-439E-A8AD-139B441D156F}" type="pres">
      <dgm:prSet presAssocID="{E93CBD9A-7BE6-4D11-94AD-BFD8DCA9C39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3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6" presStyleCnt="14"/>
      <dgm:spPr/>
    </dgm:pt>
    <dgm:pt modelId="{64CCA8F3-173A-4D74-B9A2-49BDD6D8183A}" type="pres">
      <dgm:prSet presAssocID="{D50E325C-02F8-4636-83C7-06D5FCD3BA82}" presName="Ellipse" presStyleLbl="fgAcc1" presStyleIdx="3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3" presStyleCnt="7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7" presStyleCnt="14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3" presStyleCnt="7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4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8" presStyleCnt="14"/>
      <dgm:spPr/>
    </dgm:pt>
    <dgm:pt modelId="{A8F6EDE2-EF0C-457E-BC04-95B7917B5FF1}" type="pres">
      <dgm:prSet presAssocID="{16BBC706-20BB-4DAB-BE2E-AFABD3EB8DF4}" presName="Ellipse" presStyleLbl="fgAcc1" presStyleIdx="4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4" presStyleCnt="7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9" presStyleCnt="14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4" presStyleCnt="7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5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10" presStyleCnt="14"/>
      <dgm:spPr/>
    </dgm:pt>
    <dgm:pt modelId="{0E07606D-90D6-4C46-9C6F-D1FA7A46AD31}" type="pres">
      <dgm:prSet presAssocID="{D58E6C69-1D05-44C2-9491-5FDB663AAFB1}" presName="Ellipse" presStyleLbl="fgAcc1" presStyleIdx="5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5" presStyleCnt="7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11" presStyleCnt="14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5" presStyleCnt="7"/>
      <dgm:spPr/>
    </dgm:pt>
    <dgm:pt modelId="{7D6140CA-EF57-4603-ADAF-5E5FB81F7207}" type="pres">
      <dgm:prSet presAssocID="{D58E6C69-1D05-44C2-9491-5FDB663AAFB1}" presName="EmptyPlaceHolder" presStyleCnt="0"/>
      <dgm:spPr/>
    </dgm:pt>
    <dgm:pt modelId="{D2C454B8-04D6-4E6C-8355-673339559618}" type="pres">
      <dgm:prSet presAssocID="{7B85E398-94A7-4AB5-8CDF-7F81E2F539B1}" presName="spaceBetweenRectangles" presStyleCnt="0"/>
      <dgm:spPr/>
    </dgm:pt>
    <dgm:pt modelId="{5C62CD98-B098-4A3E-B2A4-EA65C368F917}" type="pres">
      <dgm:prSet presAssocID="{2520C895-A69C-4E1D-833E-CFCF8D045592}" presName="composite" presStyleCnt="0"/>
      <dgm:spPr/>
    </dgm:pt>
    <dgm:pt modelId="{5657EE69-424A-4CD8-B5EE-7DBEE83B0DC9}" type="pres">
      <dgm:prSet presAssocID="{2520C895-A69C-4E1D-833E-CFCF8D045592}" presName="ConnectorPoint" presStyleLbl="lnNode1" presStyleIdx="6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D4F6ED0-44B8-4C59-99DC-C619DDB1D906}" type="pres">
      <dgm:prSet presAssocID="{2520C895-A69C-4E1D-833E-CFCF8D045592}" presName="DropPinPlaceHolder" presStyleCnt="0"/>
      <dgm:spPr/>
    </dgm:pt>
    <dgm:pt modelId="{72EA4842-5C5D-4BE9-9AD2-6FAF498B2540}" type="pres">
      <dgm:prSet presAssocID="{2520C895-A69C-4E1D-833E-CFCF8D045592}" presName="DropPin" presStyleLbl="alignNode1" presStyleIdx="12" presStyleCnt="14"/>
      <dgm:spPr/>
    </dgm:pt>
    <dgm:pt modelId="{703E798C-4E72-4A6C-AD2F-3EEC1D89A51B}" type="pres">
      <dgm:prSet presAssocID="{2520C895-A69C-4E1D-833E-CFCF8D045592}" presName="Ellipse" presStyleLbl="fgAcc1" presStyleIdx="6" presStyleCnt="7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7B4887C6-E1B4-4412-86BB-F455A05D8A46}" type="pres">
      <dgm:prSet presAssocID="{2520C895-A69C-4E1D-833E-CFCF8D045592}" presName="L2TextContainer" presStyleLbl="revTx" presStyleIdx="6" presStyleCnt="7">
        <dgm:presLayoutVars>
          <dgm:bulletEnabled val="1"/>
        </dgm:presLayoutVars>
      </dgm:prSet>
      <dgm:spPr/>
    </dgm:pt>
    <dgm:pt modelId="{415234FF-8B2B-48A0-B0A8-E0517D1909DD}" type="pres">
      <dgm:prSet presAssocID="{2520C895-A69C-4E1D-833E-CFCF8D045592}" presName="L1TextContainer" presStyleLbl="alignNode1" presStyleIdx="13" presStyleCnt="14">
        <dgm:presLayoutVars>
          <dgm:chMax val="1"/>
          <dgm:chPref val="1"/>
          <dgm:bulletEnabled val="1"/>
        </dgm:presLayoutVars>
      </dgm:prSet>
      <dgm:spPr/>
    </dgm:pt>
    <dgm:pt modelId="{573D2282-3279-4BF1-B7CA-BAB23F064BDC}" type="pres">
      <dgm:prSet presAssocID="{2520C895-A69C-4E1D-833E-CFCF8D045592}" presName="ConnectLine" presStyleLbl="sibTrans1D1" presStyleIdx="6" presStyleCnt="7"/>
      <dgm:spPr/>
    </dgm:pt>
    <dgm:pt modelId="{4E1E2890-8665-4899-9FC8-69300C2D910D}" type="pres">
      <dgm:prSet presAssocID="{2520C895-A69C-4E1D-833E-CFCF8D045592}" presName="EmptyPlaceHolder" presStyleCnt="0"/>
      <dgm:spPr/>
    </dgm:pt>
  </dgm:ptLst>
  <dgm:cxnLst>
    <dgm:cxn modelId="{11AFC101-97D7-486A-84C9-801A1F85E01C}" type="presOf" srcId="{2520C895-A69C-4E1D-833E-CFCF8D045592}" destId="{415234FF-8B2B-48A0-B0A8-E0517D1909DD}" srcOrd="0" destOrd="0" presId="urn:microsoft.com/office/officeart/2024/3/layout/SimpleTimelineDefaultVariant"/>
    <dgm:cxn modelId="{AB637A08-8E4B-45EB-953F-C80BBB60EAF4}" type="presOf" srcId="{DB0F8EA1-4EC9-4B36-B3A0-726A64C3981F}" destId="{89EF5014-7ECE-4300-A882-B69FFA73745D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5" destOrd="0" parTransId="{5A34F788-8BB8-41E7-B4B9-5FA4F647078C}" sibTransId="{7B85E398-94A7-4AB5-8CDF-7F81E2F539B1}"/>
    <dgm:cxn modelId="{A0200E12-295E-4F66-BED2-CEF30ADAA122}" srcId="{2520C895-A69C-4E1D-833E-CFCF8D045592}" destId="{730198F8-8277-4469-A2E6-D7B60D4E0025}" srcOrd="0" destOrd="0" parTransId="{CFB92EED-D2A6-4767-B7AA-6133823B2886}" sibTransId="{523C5D6A-73AB-4D5D-B396-58B4DA401B5B}"/>
    <dgm:cxn modelId="{5210F916-EF5E-42EA-A13D-D0DE27D6D1D3}" type="presOf" srcId="{D58E6C69-1D05-44C2-9491-5FDB663AAFB1}" destId="{F7F215AA-1548-4946-9818-24CE434B0257}" srcOrd="0" destOrd="0" presId="urn:microsoft.com/office/officeart/2024/3/layout/SimpleTimelineDefaultVariant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DC3BFC2D-9791-4016-B391-2D46620603AD}" type="presOf" srcId="{15D026C8-3FA6-448A-A3BC-AAA5CEA229FC}" destId="{0C33ADDC-85D4-4DBF-83AE-CB3AB9747E6D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27676142-C033-41B4-943F-A9B0027B5D02}" type="presOf" srcId="{16BBC706-20BB-4DAB-BE2E-AFABD3EB8DF4}" destId="{EE41F65A-AA70-4EE3-81F3-A539EF20984B}" srcOrd="0" destOrd="0" presId="urn:microsoft.com/office/officeart/2024/3/layout/SimpleTimelineDefaultVariant"/>
    <dgm:cxn modelId="{39F2396D-8FFD-4C51-BF9A-7655D6AA97C8}" type="presOf" srcId="{C65E3B61-EBF5-4BE9-9C69-BC45396A57AD}" destId="{A8C61B89-04C1-40B8-A753-92BDABE39300}" srcOrd="0" destOrd="0" presId="urn:microsoft.com/office/officeart/2024/3/layout/SimpleTimelineDefaultVariant"/>
    <dgm:cxn modelId="{0E6FF86F-2A97-4FF9-9A02-7510A874A52F}" type="presOf" srcId="{C9334617-D8FF-4772-940C-26C317DD1123}" destId="{229A8B9E-D26E-4B8B-B637-778F404FB5B5}" srcOrd="0" destOrd="0" presId="urn:microsoft.com/office/officeart/2024/3/layout/SimpleTimelineDefaultVariant"/>
    <dgm:cxn modelId="{82B93D59-17F9-4A62-9E1A-056F88F7EAE4}" type="presOf" srcId="{55DB74FC-AA14-484C-90C5-272BF72C7E35}" destId="{F60B4A9E-2A40-44D1-A1A8-F4A47B5C2960}" srcOrd="0" destOrd="0" presId="urn:microsoft.com/office/officeart/2024/3/layout/SimpleTimelineDefaultVariant"/>
    <dgm:cxn modelId="{5B03E37C-4FA6-4FE3-9CC9-C9BE34E43339}" srcId="{55DB74FC-AA14-484C-90C5-272BF72C7E35}" destId="{15D026C8-3FA6-448A-A3BC-AAA5CEA229FC}" srcOrd="0" destOrd="0" parTransId="{57134387-37E6-4073-B620-EB2BC76CDF46}" sibTransId="{E937AFED-88C7-4905-9A04-A9EE8FF53C44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01786C96-8A2E-4BF3-BEC2-E30FA4ACE245}" srcId="{DB0F8EA1-4EC9-4B36-B3A0-726A64C3981F}" destId="{5419EDF0-37A9-436C-B8B3-9B4FEA7E70F4}" srcOrd="0" destOrd="0" parTransId="{83343AD1-A745-45E3-BDD5-EFBC3C62047F}" sibTransId="{D4F9ACE3-DCE1-4817-BAB7-F6E97CA81E9F}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4" destOrd="0" parTransId="{FFC39569-AC40-4992-905B-F5979F552B76}" sibTransId="{2BE8C82F-3D4F-4067-BF75-088338C4E144}"/>
    <dgm:cxn modelId="{48490DA6-498E-4365-AEBE-613B553408D7}" srcId="{2430CC21-05DE-42C5-993E-E946140B4D86}" destId="{55DB74FC-AA14-484C-90C5-272BF72C7E35}" srcOrd="2" destOrd="0" parTransId="{D6AED8D8-0009-4B66-8C28-D0634FC48861}" sibTransId="{E93CBD9A-7BE6-4D11-94AD-BFD8DCA9C391}"/>
    <dgm:cxn modelId="{AF0605B5-6EC5-474B-AF1B-83308F626370}" srcId="{2430CC21-05DE-42C5-993E-E946140B4D86}" destId="{2520C895-A69C-4E1D-833E-CFCF8D045592}" srcOrd="6" destOrd="0" parTransId="{94832D78-9833-41A4-81C5-EF626380929C}" sibTransId="{CEAFE364-1135-476B-A766-6591619D08D7}"/>
    <dgm:cxn modelId="{0C5265BD-48F7-49E7-ADF9-E034AF849A28}" type="presOf" srcId="{925E6D1D-D87D-40EB-9615-95968B35A91B}" destId="{00D2B9ED-BE51-47B3-B26C-BA45F9641DBB}" srcOrd="0" destOrd="0" presId="urn:microsoft.com/office/officeart/2024/3/layout/SimpleTimelineDefaultVariant"/>
    <dgm:cxn modelId="{A8C46DC0-76E4-4DB0-9287-276957B5E0BE}" type="presOf" srcId="{9F792233-6D2D-4F91-A8EB-9D8F22D4829D}" destId="{31877334-3A87-4D72-A1B1-F99AFF9D710D}" srcOrd="0" destOrd="0" presId="urn:microsoft.com/office/officeart/2024/3/layout/SimpleTimelineDefaultVariant"/>
    <dgm:cxn modelId="{EA724DD3-1EAD-46D4-A4BE-CE281A5BCEF7}" type="presOf" srcId="{D50E325C-02F8-4636-83C7-06D5FCD3BA82}" destId="{2664027A-B5AC-41CA-A071-5DF0CF1E8120}" srcOrd="0" destOrd="0" presId="urn:microsoft.com/office/officeart/2024/3/layout/SimpleTimelineDefaultVariant"/>
    <dgm:cxn modelId="{E336CCD7-75F9-45AA-A74A-E88B8D7DA510}" type="presOf" srcId="{730198F8-8277-4469-A2E6-D7B60D4E0025}" destId="{7B4887C6-E1B4-4412-86BB-F455A05D8A46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3" destOrd="0" parTransId="{B10AAB54-8404-4113-AEA9-476DC7B36F38}" sibTransId="{235F5447-7591-489B-8E03-171373207EFC}"/>
    <dgm:cxn modelId="{53BFA7DF-E4DD-4E81-B8A0-8E3643E977FE}" type="presOf" srcId="{5419EDF0-37A9-436C-B8B3-9B4FEA7E70F4}" destId="{443870C5-2799-47B5-AA6B-A0C45107D3FC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F5FEECF3-0E4E-41ED-811E-ABF9F6A52FCC}" type="presOf" srcId="{CF314EE2-D6D7-4536-A6FD-41DF85B6060B}" destId="{01E41ACE-E33B-41B9-A714-73522D3F7C76}" srcOrd="0" destOrd="0" presId="urn:microsoft.com/office/officeart/2024/3/layout/SimpleTimelineDefaultVariant"/>
    <dgm:cxn modelId="{C24189AC-27B4-4357-8D10-DE45B7B83E42}" type="presParOf" srcId="{9AE89FB1-F474-491F-AB27-A0F134775DF5}" destId="{B7BF8D1E-0607-4B5F-981C-154E326D1064}" srcOrd="0" destOrd="0" presId="urn:microsoft.com/office/officeart/2024/3/layout/SimpleTimelineDefaultVariant"/>
    <dgm:cxn modelId="{9E2F82D7-9F91-4FB7-8025-340C673B0012}" type="presParOf" srcId="{9AE89FB1-F474-491F-AB27-A0F134775DF5}" destId="{A7AE47DD-8DEC-4B56-9367-A4C3486B2D96}" srcOrd="1" destOrd="0" presId="urn:microsoft.com/office/officeart/2024/3/layout/SimpleTimelineDefaultVariant"/>
    <dgm:cxn modelId="{D26805B3-14B9-4E8E-8A62-C0940AB85559}" type="presParOf" srcId="{A7AE47DD-8DEC-4B56-9367-A4C3486B2D96}" destId="{53FB245B-549F-41A8-85A7-8DC9298ABFD7}" srcOrd="0" destOrd="0" presId="urn:microsoft.com/office/officeart/2024/3/layout/SimpleTimelineDefaultVariant"/>
    <dgm:cxn modelId="{3A875991-39E2-418D-8E53-FB67210003B2}" type="presParOf" srcId="{53FB245B-549F-41A8-85A7-8DC9298ABFD7}" destId="{34DD218C-FBA4-4914-8E86-E286CBBF679B}" srcOrd="0" destOrd="0" presId="urn:microsoft.com/office/officeart/2024/3/layout/SimpleTimelineDefaultVariant"/>
    <dgm:cxn modelId="{16A604B0-CAF0-408C-889B-559CA9DDE162}" type="presParOf" srcId="{53FB245B-549F-41A8-85A7-8DC9298ABFD7}" destId="{D7F5E375-D0CA-42FC-835A-31381C5E5D37}" srcOrd="1" destOrd="0" presId="urn:microsoft.com/office/officeart/2024/3/layout/SimpleTimelineDefaultVariant"/>
    <dgm:cxn modelId="{9416A44C-B1C9-4EAB-AED3-B8046AA1DFE9}" type="presParOf" srcId="{D7F5E375-D0CA-42FC-835A-31381C5E5D37}" destId="{90BFAD0B-06DA-4B4F-B83D-5C02B8A89EC4}" srcOrd="0" destOrd="0" presId="urn:microsoft.com/office/officeart/2024/3/layout/SimpleTimelineDefaultVariant"/>
    <dgm:cxn modelId="{0AE12C9E-FC21-40ED-A491-D3BB239207BF}" type="presParOf" srcId="{D7F5E375-D0CA-42FC-835A-31381C5E5D37}" destId="{3941855B-9F45-4A82-956B-02684A432AA5}" srcOrd="1" destOrd="0" presId="urn:microsoft.com/office/officeart/2024/3/layout/SimpleTimelineDefaultVariant"/>
    <dgm:cxn modelId="{8B2BB449-750B-40CC-B19D-C3AA36D0F7C9}" type="presParOf" srcId="{53FB245B-549F-41A8-85A7-8DC9298ABFD7}" destId="{31877334-3A87-4D72-A1B1-F99AFF9D710D}" srcOrd="2" destOrd="0" presId="urn:microsoft.com/office/officeart/2024/3/layout/SimpleTimelineDefaultVariant"/>
    <dgm:cxn modelId="{FAC1A199-29FA-4D12-80DE-7D805FE29A22}" type="presParOf" srcId="{53FB245B-549F-41A8-85A7-8DC9298ABFD7}" destId="{01E41ACE-E33B-41B9-A714-73522D3F7C76}" srcOrd="3" destOrd="0" presId="urn:microsoft.com/office/officeart/2024/3/layout/SimpleTimelineDefaultVariant"/>
    <dgm:cxn modelId="{C283496A-5CBB-4AB0-B17D-6690EFC171AF}" type="presParOf" srcId="{53FB245B-549F-41A8-85A7-8DC9298ABFD7}" destId="{CEE8CE24-AD73-4777-BAB3-4A5D9CE74308}" srcOrd="4" destOrd="0" presId="urn:microsoft.com/office/officeart/2024/3/layout/SimpleTimelineDefaultVariant"/>
    <dgm:cxn modelId="{20625C16-FD2C-4CD9-A5A1-44428B1F974C}" type="presParOf" srcId="{53FB245B-549F-41A8-85A7-8DC9298ABFD7}" destId="{CA0DAB95-CF81-4C72-99EC-F6A08D694850}" srcOrd="5" destOrd="0" presId="urn:microsoft.com/office/officeart/2024/3/layout/SimpleTimelineDefaultVariant"/>
    <dgm:cxn modelId="{AB54936B-D3DF-47E6-808E-4F93D5D51334}" type="presParOf" srcId="{A7AE47DD-8DEC-4B56-9367-A4C3486B2D96}" destId="{5B1444F8-B111-4850-AE5F-D928CB18CD7B}" srcOrd="1" destOrd="0" presId="urn:microsoft.com/office/officeart/2024/3/layout/SimpleTimelineDefaultVariant"/>
    <dgm:cxn modelId="{68500476-F60F-4770-8D73-7D1FDEC4555A}" type="presParOf" srcId="{A7AE47DD-8DEC-4B56-9367-A4C3486B2D96}" destId="{3E821FC4-A874-450B-8482-9337AC1C1E0B}" srcOrd="2" destOrd="0" presId="urn:microsoft.com/office/officeart/2024/3/layout/SimpleTimelineDefaultVariant"/>
    <dgm:cxn modelId="{F15DD3FA-1B3C-438A-8C7D-B3744E9B3E7B}" type="presParOf" srcId="{3E821FC4-A874-450B-8482-9337AC1C1E0B}" destId="{0D3203CA-3A44-4E67-9918-35447FA83302}" srcOrd="0" destOrd="0" presId="urn:microsoft.com/office/officeart/2024/3/layout/SimpleTimelineDefaultVariant"/>
    <dgm:cxn modelId="{7B437E1C-3B9E-419C-A8A0-76475E1BB31C}" type="presParOf" srcId="{3E821FC4-A874-450B-8482-9337AC1C1E0B}" destId="{167C0091-4211-46CD-8319-88B0084C9D44}" srcOrd="1" destOrd="0" presId="urn:microsoft.com/office/officeart/2024/3/layout/SimpleTimelineDefaultVariant"/>
    <dgm:cxn modelId="{62F6805A-4382-4E7D-895E-847B19A10C47}" type="presParOf" srcId="{167C0091-4211-46CD-8319-88B0084C9D44}" destId="{DC0398C9-F266-4E41-85EE-CAB679514169}" srcOrd="0" destOrd="0" presId="urn:microsoft.com/office/officeart/2024/3/layout/SimpleTimelineDefaultVariant"/>
    <dgm:cxn modelId="{91830E85-4EE5-4FF3-A071-4B14116FDC5F}" type="presParOf" srcId="{167C0091-4211-46CD-8319-88B0084C9D44}" destId="{591D0C9E-F3BD-4ACE-A927-797BE3DA39DF}" srcOrd="1" destOrd="0" presId="urn:microsoft.com/office/officeart/2024/3/layout/SimpleTimelineDefaultVariant"/>
    <dgm:cxn modelId="{243E3225-C217-4BAF-A3C4-E7D0572DCEC5}" type="presParOf" srcId="{3E821FC4-A874-450B-8482-9337AC1C1E0B}" destId="{443870C5-2799-47B5-AA6B-A0C45107D3FC}" srcOrd="2" destOrd="0" presId="urn:microsoft.com/office/officeart/2024/3/layout/SimpleTimelineDefaultVariant"/>
    <dgm:cxn modelId="{11BD67AB-B2F0-493C-849E-C2317D329052}" type="presParOf" srcId="{3E821FC4-A874-450B-8482-9337AC1C1E0B}" destId="{89EF5014-7ECE-4300-A882-B69FFA73745D}" srcOrd="3" destOrd="0" presId="urn:microsoft.com/office/officeart/2024/3/layout/SimpleTimelineDefaultVariant"/>
    <dgm:cxn modelId="{9F2E0066-76EA-47FE-921F-EBD26DDDC9AC}" type="presParOf" srcId="{3E821FC4-A874-450B-8482-9337AC1C1E0B}" destId="{7FC7980B-78D1-4A8D-9208-76052E50D81B}" srcOrd="4" destOrd="0" presId="urn:microsoft.com/office/officeart/2024/3/layout/SimpleTimelineDefaultVariant"/>
    <dgm:cxn modelId="{10AA9EBB-28BE-4C89-B51D-B4335AA1EBB0}" type="presParOf" srcId="{3E821FC4-A874-450B-8482-9337AC1C1E0B}" destId="{2A9B783C-D24D-49E5-BA81-DDD844BCDDD5}" srcOrd="5" destOrd="0" presId="urn:microsoft.com/office/officeart/2024/3/layout/SimpleTimelineDefaultVariant"/>
    <dgm:cxn modelId="{B0B70265-6726-42EA-9193-6E4E45D2EF8E}" type="presParOf" srcId="{A7AE47DD-8DEC-4B56-9367-A4C3486B2D96}" destId="{0C971922-0DF1-44AF-961F-8011F77D6504}" srcOrd="3" destOrd="0" presId="urn:microsoft.com/office/officeart/2024/3/layout/SimpleTimelineDefaultVariant"/>
    <dgm:cxn modelId="{1BC24FDD-BEC9-4B52-AD53-4873A770C741}" type="presParOf" srcId="{A7AE47DD-8DEC-4B56-9367-A4C3486B2D96}" destId="{354A0EB9-C15D-4EED-AD7A-4BA0BD6EA95F}" srcOrd="4" destOrd="0" presId="urn:microsoft.com/office/officeart/2024/3/layout/SimpleTimelineDefaultVariant"/>
    <dgm:cxn modelId="{5B1A4CCF-0626-46AF-AE59-15A2AF80FAD1}" type="presParOf" srcId="{354A0EB9-C15D-4EED-AD7A-4BA0BD6EA95F}" destId="{6B3B44FD-CD55-49A1-9D46-7D8BE7ECC7DC}" srcOrd="0" destOrd="0" presId="urn:microsoft.com/office/officeart/2024/3/layout/SimpleTimelineDefaultVariant"/>
    <dgm:cxn modelId="{B994924A-B6E9-414D-A191-DE462C0AAE27}" type="presParOf" srcId="{354A0EB9-C15D-4EED-AD7A-4BA0BD6EA95F}" destId="{A462C6F2-48E5-4BD6-909A-4F12CDF07C3F}" srcOrd="1" destOrd="0" presId="urn:microsoft.com/office/officeart/2024/3/layout/SimpleTimelineDefaultVariant"/>
    <dgm:cxn modelId="{F79E06E8-C578-4A08-A818-05056FCD0273}" type="presParOf" srcId="{A462C6F2-48E5-4BD6-909A-4F12CDF07C3F}" destId="{7426B390-11A9-467C-8863-3A0BEAE74606}" srcOrd="0" destOrd="0" presId="urn:microsoft.com/office/officeart/2024/3/layout/SimpleTimelineDefaultVariant"/>
    <dgm:cxn modelId="{1552B243-7703-4DCC-BBC0-EAEF3E98D8B0}" type="presParOf" srcId="{A462C6F2-48E5-4BD6-909A-4F12CDF07C3F}" destId="{CCC1B053-3ECB-4D6B-98FE-E0527430F655}" srcOrd="1" destOrd="0" presId="urn:microsoft.com/office/officeart/2024/3/layout/SimpleTimelineDefaultVariant"/>
    <dgm:cxn modelId="{3F9DCAE7-40F1-4FD9-A0D1-2021E3A4326C}" type="presParOf" srcId="{354A0EB9-C15D-4EED-AD7A-4BA0BD6EA95F}" destId="{0C33ADDC-85D4-4DBF-83AE-CB3AB9747E6D}" srcOrd="2" destOrd="0" presId="urn:microsoft.com/office/officeart/2024/3/layout/SimpleTimelineDefaultVariant"/>
    <dgm:cxn modelId="{AE98DC54-9260-4D8C-BD9B-7839FDB30769}" type="presParOf" srcId="{354A0EB9-C15D-4EED-AD7A-4BA0BD6EA95F}" destId="{F60B4A9E-2A40-44D1-A1A8-F4A47B5C2960}" srcOrd="3" destOrd="0" presId="urn:microsoft.com/office/officeart/2024/3/layout/SimpleTimelineDefaultVariant"/>
    <dgm:cxn modelId="{A282294A-2093-4194-B2F3-3E0F7BF91D85}" type="presParOf" srcId="{354A0EB9-C15D-4EED-AD7A-4BA0BD6EA95F}" destId="{46D358C1-2023-4C84-9A53-DF8EDD80A1F7}" srcOrd="4" destOrd="0" presId="urn:microsoft.com/office/officeart/2024/3/layout/SimpleTimelineDefaultVariant"/>
    <dgm:cxn modelId="{0478A3A2-83DA-4ECE-98E0-B2C5F77094A4}" type="presParOf" srcId="{354A0EB9-C15D-4EED-AD7A-4BA0BD6EA95F}" destId="{91C0AD43-BE18-4658-8D0F-AC469508DD81}" srcOrd="5" destOrd="0" presId="urn:microsoft.com/office/officeart/2024/3/layout/SimpleTimelineDefaultVariant"/>
    <dgm:cxn modelId="{0621C6AE-AB09-4443-B59D-ADADFBE5B777}" type="presParOf" srcId="{A7AE47DD-8DEC-4B56-9367-A4C3486B2D96}" destId="{6AAB63EC-3F70-439E-A8AD-139B441D156F}" srcOrd="5" destOrd="0" presId="urn:microsoft.com/office/officeart/2024/3/layout/SimpleTimelineDefaultVariant"/>
    <dgm:cxn modelId="{E90DE218-8236-4833-A18F-E8114BE91399}" type="presParOf" srcId="{A7AE47DD-8DEC-4B56-9367-A4C3486B2D96}" destId="{538F7CB4-9A53-484B-81CA-260A79B4F163}" srcOrd="6" destOrd="0" presId="urn:microsoft.com/office/officeart/2024/3/layout/SimpleTimelineDefaultVariant"/>
    <dgm:cxn modelId="{3364C67E-E876-44D0-A63B-523C65978BC6}" type="presParOf" srcId="{538F7CB4-9A53-484B-81CA-260A79B4F163}" destId="{682EA88A-A4E4-4AA7-9FB1-B83F193F2C39}" srcOrd="0" destOrd="0" presId="urn:microsoft.com/office/officeart/2024/3/layout/SimpleTimelineDefaultVariant"/>
    <dgm:cxn modelId="{EB5B7D33-B07B-41F7-8D93-89FB404FF971}" type="presParOf" srcId="{538F7CB4-9A53-484B-81CA-260A79B4F163}" destId="{A0323C5B-5787-4ABC-9130-A621889E8E36}" srcOrd="1" destOrd="0" presId="urn:microsoft.com/office/officeart/2024/3/layout/SimpleTimelineDefaultVariant"/>
    <dgm:cxn modelId="{10237592-78DC-4B75-8A9C-4D2E1FEB4A3E}" type="presParOf" srcId="{A0323C5B-5787-4ABC-9130-A621889E8E36}" destId="{4E9D8699-570F-428F-B34E-A8AE18B2A17F}" srcOrd="0" destOrd="0" presId="urn:microsoft.com/office/officeart/2024/3/layout/SimpleTimelineDefaultVariant"/>
    <dgm:cxn modelId="{6C2D5EBA-BF79-4BC3-8F1E-ABD36AB6D6F4}" type="presParOf" srcId="{A0323C5B-5787-4ABC-9130-A621889E8E36}" destId="{64CCA8F3-173A-4D74-B9A2-49BDD6D8183A}" srcOrd="1" destOrd="0" presId="urn:microsoft.com/office/officeart/2024/3/layout/SimpleTimelineDefaultVariant"/>
    <dgm:cxn modelId="{EFCD347F-4539-4E5B-B5FC-46996157C759}" type="presParOf" srcId="{538F7CB4-9A53-484B-81CA-260A79B4F163}" destId="{00D2B9ED-BE51-47B3-B26C-BA45F9641DBB}" srcOrd="2" destOrd="0" presId="urn:microsoft.com/office/officeart/2024/3/layout/SimpleTimelineDefaultVariant"/>
    <dgm:cxn modelId="{BFB0CAE9-10A5-49D5-BE40-4B1F5A3DBD33}" type="presParOf" srcId="{538F7CB4-9A53-484B-81CA-260A79B4F163}" destId="{2664027A-B5AC-41CA-A071-5DF0CF1E8120}" srcOrd="3" destOrd="0" presId="urn:microsoft.com/office/officeart/2024/3/layout/SimpleTimelineDefaultVariant"/>
    <dgm:cxn modelId="{043999E4-6891-4C72-B312-6A29039B046A}" type="presParOf" srcId="{538F7CB4-9A53-484B-81CA-260A79B4F163}" destId="{6F004247-9FD8-4E6D-9363-DE121E4356A0}" srcOrd="4" destOrd="0" presId="urn:microsoft.com/office/officeart/2024/3/layout/SimpleTimelineDefaultVariant"/>
    <dgm:cxn modelId="{89115B1E-B9F9-48DE-9FC2-FC198698D590}" type="presParOf" srcId="{538F7CB4-9A53-484B-81CA-260A79B4F163}" destId="{5A9AD2D3-337B-4134-B8ED-771B806C587F}" srcOrd="5" destOrd="0" presId="urn:microsoft.com/office/officeart/2024/3/layout/SimpleTimelineDefaultVariant"/>
    <dgm:cxn modelId="{8C044547-01B3-451A-AC97-C508B59ED94C}" type="presParOf" srcId="{A7AE47DD-8DEC-4B56-9367-A4C3486B2D96}" destId="{A7600265-0C88-4CF8-BE9B-117522065D4D}" srcOrd="7" destOrd="0" presId="urn:microsoft.com/office/officeart/2024/3/layout/SimpleTimelineDefaultVariant"/>
    <dgm:cxn modelId="{7F3125E8-5786-4064-872B-2646E60F4A7F}" type="presParOf" srcId="{A7AE47DD-8DEC-4B56-9367-A4C3486B2D96}" destId="{2B5389DC-7DD6-4BC8-B779-D6F9230E7016}" srcOrd="8" destOrd="0" presId="urn:microsoft.com/office/officeart/2024/3/layout/SimpleTimelineDefaultVariant"/>
    <dgm:cxn modelId="{7E7217F6-32E6-4D94-A017-0B15506C024E}" type="presParOf" srcId="{2B5389DC-7DD6-4BC8-B779-D6F9230E7016}" destId="{410FA866-99AD-47B6-AB30-6629B2F7603F}" srcOrd="0" destOrd="0" presId="urn:microsoft.com/office/officeart/2024/3/layout/SimpleTimelineDefaultVariant"/>
    <dgm:cxn modelId="{BD090066-E7C9-4B41-8773-CE6DEBBC29E5}" type="presParOf" srcId="{2B5389DC-7DD6-4BC8-B779-D6F9230E7016}" destId="{62656441-CCB5-4F11-87D3-A71692F13D3F}" srcOrd="1" destOrd="0" presId="urn:microsoft.com/office/officeart/2024/3/layout/SimpleTimelineDefaultVariant"/>
    <dgm:cxn modelId="{51D91D65-BEDE-42C2-9D2E-2C78AA850A10}" type="presParOf" srcId="{62656441-CCB5-4F11-87D3-A71692F13D3F}" destId="{1D54DDC9-D893-4C2D-937E-BD8391046565}" srcOrd="0" destOrd="0" presId="urn:microsoft.com/office/officeart/2024/3/layout/SimpleTimelineDefaultVariant"/>
    <dgm:cxn modelId="{2C41DA4F-70E8-480A-A8E6-22987C8D4A97}" type="presParOf" srcId="{62656441-CCB5-4F11-87D3-A71692F13D3F}" destId="{A8F6EDE2-EF0C-457E-BC04-95B7917B5FF1}" srcOrd="1" destOrd="0" presId="urn:microsoft.com/office/officeart/2024/3/layout/SimpleTimelineDefaultVariant"/>
    <dgm:cxn modelId="{2EE9620B-5C00-4AC7-B7D3-7275B9E35C96}" type="presParOf" srcId="{2B5389DC-7DD6-4BC8-B779-D6F9230E7016}" destId="{229A8B9E-D26E-4B8B-B637-778F404FB5B5}" srcOrd="2" destOrd="0" presId="urn:microsoft.com/office/officeart/2024/3/layout/SimpleTimelineDefaultVariant"/>
    <dgm:cxn modelId="{9ED06799-86F1-4334-BD98-9DF2284AD4E1}" type="presParOf" srcId="{2B5389DC-7DD6-4BC8-B779-D6F9230E7016}" destId="{EE41F65A-AA70-4EE3-81F3-A539EF20984B}" srcOrd="3" destOrd="0" presId="urn:microsoft.com/office/officeart/2024/3/layout/SimpleTimelineDefaultVariant"/>
    <dgm:cxn modelId="{D53DA2DA-7FDA-49AB-A895-42E19F4594D3}" type="presParOf" srcId="{2B5389DC-7DD6-4BC8-B779-D6F9230E7016}" destId="{E28909AF-007C-49D7-8958-97FF1699473D}" srcOrd="4" destOrd="0" presId="urn:microsoft.com/office/officeart/2024/3/layout/SimpleTimelineDefaultVariant"/>
    <dgm:cxn modelId="{39928A3F-B031-4DE5-A92E-2B0AA43D0C56}" type="presParOf" srcId="{2B5389DC-7DD6-4BC8-B779-D6F9230E7016}" destId="{6C0C9696-FE62-48F7-8988-6F70C68CBD83}" srcOrd="5" destOrd="0" presId="urn:microsoft.com/office/officeart/2024/3/layout/SimpleTimelineDefaultVariant"/>
    <dgm:cxn modelId="{D588E23F-FD81-4279-8D49-C7665A227980}" type="presParOf" srcId="{A7AE47DD-8DEC-4B56-9367-A4C3486B2D96}" destId="{F46B52D1-BAB5-4C3E-A7AE-5109068EFB92}" srcOrd="9" destOrd="0" presId="urn:microsoft.com/office/officeart/2024/3/layout/SimpleTimelineDefaultVariant"/>
    <dgm:cxn modelId="{EB424766-3D09-40D7-9F33-3E6EF3A7A444}" type="presParOf" srcId="{A7AE47DD-8DEC-4B56-9367-A4C3486B2D96}" destId="{A74FF97E-7200-4943-9A5B-13D208BDD317}" srcOrd="10" destOrd="0" presId="urn:microsoft.com/office/officeart/2024/3/layout/SimpleTimelineDefaultVariant"/>
    <dgm:cxn modelId="{4B5B4598-4A3F-4E00-83F7-927070D82052}" type="presParOf" srcId="{A74FF97E-7200-4943-9A5B-13D208BDD317}" destId="{D1F0411E-85F0-49A3-90A8-C760162A06F7}" srcOrd="0" destOrd="0" presId="urn:microsoft.com/office/officeart/2024/3/layout/SimpleTimelineDefaultVariant"/>
    <dgm:cxn modelId="{D47A4AB0-771A-4C2D-A2EA-BF1CEC17694A}" type="presParOf" srcId="{A74FF97E-7200-4943-9A5B-13D208BDD317}" destId="{F77DF66D-9675-47A7-ADD4-F35123143610}" srcOrd="1" destOrd="0" presId="urn:microsoft.com/office/officeart/2024/3/layout/SimpleTimelineDefaultVariant"/>
    <dgm:cxn modelId="{943F4217-20E8-457D-9434-928165C8FA28}" type="presParOf" srcId="{F77DF66D-9675-47A7-ADD4-F35123143610}" destId="{061DA4A7-7DD3-47A6-8F75-591FD3C5F66E}" srcOrd="0" destOrd="0" presId="urn:microsoft.com/office/officeart/2024/3/layout/SimpleTimelineDefaultVariant"/>
    <dgm:cxn modelId="{886493E7-8992-427A-BB43-3449E6A8CC78}" type="presParOf" srcId="{F77DF66D-9675-47A7-ADD4-F35123143610}" destId="{0E07606D-90D6-4C46-9C6F-D1FA7A46AD31}" srcOrd="1" destOrd="0" presId="urn:microsoft.com/office/officeart/2024/3/layout/SimpleTimelineDefaultVariant"/>
    <dgm:cxn modelId="{A7E6C84A-710E-4970-B70E-BE9987C5D172}" type="presParOf" srcId="{A74FF97E-7200-4943-9A5B-13D208BDD317}" destId="{A8C61B89-04C1-40B8-A753-92BDABE39300}" srcOrd="2" destOrd="0" presId="urn:microsoft.com/office/officeart/2024/3/layout/SimpleTimelineDefaultVariant"/>
    <dgm:cxn modelId="{40C11CED-FC2B-4D27-B094-8159042E2689}" type="presParOf" srcId="{A74FF97E-7200-4943-9A5B-13D208BDD317}" destId="{F7F215AA-1548-4946-9818-24CE434B0257}" srcOrd="3" destOrd="0" presId="urn:microsoft.com/office/officeart/2024/3/layout/SimpleTimelineDefaultVariant"/>
    <dgm:cxn modelId="{565C1E62-E69C-4713-9F75-18D7E7D2781E}" type="presParOf" srcId="{A74FF97E-7200-4943-9A5B-13D208BDD317}" destId="{A657FCB3-50B0-4F61-A00C-56D9B387AFBF}" srcOrd="4" destOrd="0" presId="urn:microsoft.com/office/officeart/2024/3/layout/SimpleTimelineDefaultVariant"/>
    <dgm:cxn modelId="{762A0548-C4EA-4373-90C8-171BF1F30ECD}" type="presParOf" srcId="{A74FF97E-7200-4943-9A5B-13D208BDD317}" destId="{7D6140CA-EF57-4603-ADAF-5E5FB81F7207}" srcOrd="5" destOrd="0" presId="urn:microsoft.com/office/officeart/2024/3/layout/SimpleTimelineDefaultVariant"/>
    <dgm:cxn modelId="{0C39EBB7-B5FA-4322-92C4-3BD1E3263E0B}" type="presParOf" srcId="{A7AE47DD-8DEC-4B56-9367-A4C3486B2D96}" destId="{D2C454B8-04D6-4E6C-8355-673339559618}" srcOrd="11" destOrd="0" presId="urn:microsoft.com/office/officeart/2024/3/layout/SimpleTimelineDefaultVariant"/>
    <dgm:cxn modelId="{76674CE4-4E55-4E04-B6C0-AE2A48C54DE3}" type="presParOf" srcId="{A7AE47DD-8DEC-4B56-9367-A4C3486B2D96}" destId="{5C62CD98-B098-4A3E-B2A4-EA65C368F917}" srcOrd="12" destOrd="0" presId="urn:microsoft.com/office/officeart/2024/3/layout/SimpleTimelineDefaultVariant"/>
    <dgm:cxn modelId="{04CA419B-3CF8-4C6E-9D20-61C6C2ED424D}" type="presParOf" srcId="{5C62CD98-B098-4A3E-B2A4-EA65C368F917}" destId="{5657EE69-424A-4CD8-B5EE-7DBEE83B0DC9}" srcOrd="0" destOrd="0" presId="urn:microsoft.com/office/officeart/2024/3/layout/SimpleTimelineDefaultVariant"/>
    <dgm:cxn modelId="{6EBE45DF-6E5E-4C9D-A4EA-65211537C0C9}" type="presParOf" srcId="{5C62CD98-B098-4A3E-B2A4-EA65C368F917}" destId="{8D4F6ED0-44B8-4C59-99DC-C619DDB1D906}" srcOrd="1" destOrd="0" presId="urn:microsoft.com/office/officeart/2024/3/layout/SimpleTimelineDefaultVariant"/>
    <dgm:cxn modelId="{C5CC37C1-1235-45DE-B9AB-C5C40395EB9A}" type="presParOf" srcId="{8D4F6ED0-44B8-4C59-99DC-C619DDB1D906}" destId="{72EA4842-5C5D-4BE9-9AD2-6FAF498B2540}" srcOrd="0" destOrd="0" presId="urn:microsoft.com/office/officeart/2024/3/layout/SimpleTimelineDefaultVariant"/>
    <dgm:cxn modelId="{F444AB31-3173-4D37-A566-42E3379482DF}" type="presParOf" srcId="{8D4F6ED0-44B8-4C59-99DC-C619DDB1D906}" destId="{703E798C-4E72-4A6C-AD2F-3EEC1D89A51B}" srcOrd="1" destOrd="0" presId="urn:microsoft.com/office/officeart/2024/3/layout/SimpleTimelineDefaultVariant"/>
    <dgm:cxn modelId="{678574D9-11F4-4189-9E2C-CC1C97331CC5}" type="presParOf" srcId="{5C62CD98-B098-4A3E-B2A4-EA65C368F917}" destId="{7B4887C6-E1B4-4412-86BB-F455A05D8A46}" srcOrd="2" destOrd="0" presId="urn:microsoft.com/office/officeart/2024/3/layout/SimpleTimelineDefaultVariant"/>
    <dgm:cxn modelId="{A2D24103-09AE-46FE-A893-9634F839D2A5}" type="presParOf" srcId="{5C62CD98-B098-4A3E-B2A4-EA65C368F917}" destId="{415234FF-8B2B-48A0-B0A8-E0517D1909DD}" srcOrd="3" destOrd="0" presId="urn:microsoft.com/office/officeart/2024/3/layout/SimpleTimelineDefaultVariant"/>
    <dgm:cxn modelId="{C768CFEA-136C-43ED-97A4-34E63EF77343}" type="presParOf" srcId="{5C62CD98-B098-4A3E-B2A4-EA65C368F917}" destId="{573D2282-3279-4BF1-B7CA-BAB23F064BDC}" srcOrd="4" destOrd="0" presId="urn:microsoft.com/office/officeart/2024/3/layout/SimpleTimelineDefaultVariant"/>
    <dgm:cxn modelId="{A696A060-1BFE-4AB0-A58E-4A86508E3D57}" type="presParOf" srcId="{5C62CD98-B098-4A3E-B2A4-EA65C368F917}" destId="{4E1E2890-8665-4899-9FC8-69300C2D910D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25223" y="829551"/>
          <a:ext cx="2151216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25223" y="829551"/>
        <a:ext cx="2151216" cy="1203663"/>
      </dsp:txXfrm>
    </dsp:sp>
    <dsp:sp modelId="{01E41ACE-E33B-41B9-A714-73522D3F7C76}">
      <dsp:nvSpPr>
        <dsp:cNvPr id="0" name=""/>
        <dsp:cNvSpPr/>
      </dsp:nvSpPr>
      <dsp:spPr>
        <a:xfrm>
          <a:off x="425223" y="406643"/>
          <a:ext cx="2151216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25223" y="406643"/>
        <a:ext cx="2151216" cy="422908"/>
      </dsp:txXfrm>
    </dsp:sp>
    <dsp:sp modelId="{CEE8CE24-AD73-4777-BAB3-4A5D9CE74308}">
      <dsp:nvSpPr>
        <dsp:cNvPr id="0" name=""/>
        <dsp:cNvSpPr/>
      </dsp:nvSpPr>
      <dsp:spPr>
        <a:xfrm>
          <a:off x="213768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65134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1715038" y="3009158"/>
          <a:ext cx="2151216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SQL básico</a:t>
          </a:r>
          <a:endParaRPr lang="es-CO" sz="1500" kern="1200" dirty="0"/>
        </a:p>
      </dsp:txBody>
      <dsp:txXfrm>
        <a:off x="1715038" y="3009158"/>
        <a:ext cx="2151216" cy="650628"/>
      </dsp:txXfrm>
    </dsp:sp>
    <dsp:sp modelId="{89EF5014-7ECE-4300-A882-B69FFA73745D}">
      <dsp:nvSpPr>
        <dsp:cNvPr id="0" name=""/>
        <dsp:cNvSpPr/>
      </dsp:nvSpPr>
      <dsp:spPr>
        <a:xfrm>
          <a:off x="1715038" y="2602515"/>
          <a:ext cx="2151216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1715038" y="2602515"/>
        <a:ext cx="2151216" cy="406643"/>
      </dsp:txXfrm>
    </dsp:sp>
    <dsp:sp modelId="{7FC7980B-78D1-4A8D-9208-76052E50D81B}">
      <dsp:nvSpPr>
        <dsp:cNvPr id="0" name=""/>
        <dsp:cNvSpPr/>
      </dsp:nvSpPr>
      <dsp:spPr>
        <a:xfrm>
          <a:off x="1503584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45494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3ADDC-85D4-4DBF-83AE-CB3AB9747E6D}">
      <dsp:nvSpPr>
        <dsp:cNvPr id="0" name=""/>
        <dsp:cNvSpPr/>
      </dsp:nvSpPr>
      <dsp:spPr>
        <a:xfrm>
          <a:off x="3004854" y="829551"/>
          <a:ext cx="2151216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3004854" y="829551"/>
        <a:ext cx="2151216" cy="1203663"/>
      </dsp:txXfrm>
    </dsp:sp>
    <dsp:sp modelId="{F60B4A9E-2A40-44D1-A1A8-F4A47B5C2960}">
      <dsp:nvSpPr>
        <dsp:cNvPr id="0" name=""/>
        <dsp:cNvSpPr/>
      </dsp:nvSpPr>
      <dsp:spPr>
        <a:xfrm>
          <a:off x="3004854" y="406643"/>
          <a:ext cx="2151216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/>
            <a:t>W03</a:t>
          </a:r>
          <a:endParaRPr lang="es-CO" sz="2000" kern="1200" dirty="0"/>
        </a:p>
      </dsp:txBody>
      <dsp:txXfrm>
        <a:off x="3004854" y="406643"/>
        <a:ext cx="2151216" cy="422908"/>
      </dsp:txXfrm>
    </dsp:sp>
    <dsp:sp modelId="{46D358C1-2023-4C84-9A53-DF8EDD80A1F7}">
      <dsp:nvSpPr>
        <dsp:cNvPr id="0" name=""/>
        <dsp:cNvSpPr/>
      </dsp:nvSpPr>
      <dsp:spPr>
        <a:xfrm>
          <a:off x="2793400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3B44FD-CD55-49A1-9D46-7D8BE7ECC7DC}">
      <dsp:nvSpPr>
        <dsp:cNvPr id="0" name=""/>
        <dsp:cNvSpPr/>
      </dsp:nvSpPr>
      <dsp:spPr>
        <a:xfrm>
          <a:off x="2744765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4294670" y="3009158"/>
          <a:ext cx="2151216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4294670" y="3009158"/>
        <a:ext cx="2151216" cy="650628"/>
      </dsp:txXfrm>
    </dsp:sp>
    <dsp:sp modelId="{2664027A-B5AC-41CA-A071-5DF0CF1E8120}">
      <dsp:nvSpPr>
        <dsp:cNvPr id="0" name=""/>
        <dsp:cNvSpPr/>
      </dsp:nvSpPr>
      <dsp:spPr>
        <a:xfrm>
          <a:off x="4294670" y="2602515"/>
          <a:ext cx="2151216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4294670" y="2602515"/>
        <a:ext cx="2151216" cy="406643"/>
      </dsp:txXfrm>
    </dsp:sp>
    <dsp:sp modelId="{6F004247-9FD8-4E6D-9363-DE121E4356A0}">
      <dsp:nvSpPr>
        <dsp:cNvPr id="0" name=""/>
        <dsp:cNvSpPr/>
      </dsp:nvSpPr>
      <dsp:spPr>
        <a:xfrm>
          <a:off x="4083215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4034581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5584485" y="829551"/>
          <a:ext cx="2151216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5584485" y="829551"/>
        <a:ext cx="2151216" cy="1203663"/>
      </dsp:txXfrm>
    </dsp:sp>
    <dsp:sp modelId="{EE41F65A-AA70-4EE3-81F3-A539EF20984B}">
      <dsp:nvSpPr>
        <dsp:cNvPr id="0" name=""/>
        <dsp:cNvSpPr/>
      </dsp:nvSpPr>
      <dsp:spPr>
        <a:xfrm>
          <a:off x="5584485" y="406643"/>
          <a:ext cx="2151216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</a:t>
          </a:r>
        </a:p>
      </dsp:txBody>
      <dsp:txXfrm>
        <a:off x="5584485" y="406643"/>
        <a:ext cx="2151216" cy="422908"/>
      </dsp:txXfrm>
    </dsp:sp>
    <dsp:sp modelId="{E28909AF-007C-49D7-8958-97FF1699473D}">
      <dsp:nvSpPr>
        <dsp:cNvPr id="0" name=""/>
        <dsp:cNvSpPr/>
      </dsp:nvSpPr>
      <dsp:spPr>
        <a:xfrm>
          <a:off x="5373031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5324396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6874301" y="3009158"/>
          <a:ext cx="2151216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Diseño relacional mínimo (PK/FK + llaves)</a:t>
          </a:r>
        </a:p>
      </dsp:txBody>
      <dsp:txXfrm>
        <a:off x="6874301" y="3009158"/>
        <a:ext cx="2151216" cy="650628"/>
      </dsp:txXfrm>
    </dsp:sp>
    <dsp:sp modelId="{F7F215AA-1548-4946-9818-24CE434B0257}">
      <dsp:nvSpPr>
        <dsp:cNvPr id="0" name=""/>
        <dsp:cNvSpPr/>
      </dsp:nvSpPr>
      <dsp:spPr>
        <a:xfrm>
          <a:off x="6874301" y="2602515"/>
          <a:ext cx="2151216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W06A</a:t>
          </a:r>
        </a:p>
      </dsp:txBody>
      <dsp:txXfrm>
        <a:off x="6874301" y="2602515"/>
        <a:ext cx="2151216" cy="406643"/>
      </dsp:txXfrm>
    </dsp:sp>
    <dsp:sp modelId="{A657FCB3-50B0-4F61-A00C-56D9B387AFBF}">
      <dsp:nvSpPr>
        <dsp:cNvPr id="0" name=""/>
        <dsp:cNvSpPr/>
      </dsp:nvSpPr>
      <dsp:spPr>
        <a:xfrm>
          <a:off x="6662846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6614212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887C6-E1B4-4412-86BB-F455A05D8A46}">
      <dsp:nvSpPr>
        <dsp:cNvPr id="0" name=""/>
        <dsp:cNvSpPr/>
      </dsp:nvSpPr>
      <dsp:spPr>
        <a:xfrm>
          <a:off x="8164116" y="829551"/>
          <a:ext cx="2151216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Gold + </a:t>
          </a:r>
          <a:r>
            <a:rPr lang="es-ES" sz="1500" b="1" kern="1200" dirty="0" err="1"/>
            <a:t>exports</a:t>
          </a:r>
          <a:r>
            <a:rPr lang="es-ES" sz="1500" b="1" kern="1200" dirty="0"/>
            <a:t> + documentación final</a:t>
          </a:r>
          <a:endParaRPr lang="es-CO" sz="1500" kern="1200" dirty="0"/>
        </a:p>
      </dsp:txBody>
      <dsp:txXfrm>
        <a:off x="8164116" y="829551"/>
        <a:ext cx="2151216" cy="1203663"/>
      </dsp:txXfrm>
    </dsp:sp>
    <dsp:sp modelId="{415234FF-8B2B-48A0-B0A8-E0517D1909DD}">
      <dsp:nvSpPr>
        <dsp:cNvPr id="0" name=""/>
        <dsp:cNvSpPr/>
      </dsp:nvSpPr>
      <dsp:spPr>
        <a:xfrm>
          <a:off x="8164116" y="406643"/>
          <a:ext cx="2151216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W06B</a:t>
          </a:r>
        </a:p>
      </dsp:txBody>
      <dsp:txXfrm>
        <a:off x="8164116" y="406643"/>
        <a:ext cx="2151216" cy="422908"/>
      </dsp:txXfrm>
    </dsp:sp>
    <dsp:sp modelId="{573D2282-3279-4BF1-B7CA-BAB23F064BDC}">
      <dsp:nvSpPr>
        <dsp:cNvPr id="0" name=""/>
        <dsp:cNvSpPr/>
      </dsp:nvSpPr>
      <dsp:spPr>
        <a:xfrm>
          <a:off x="795266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7EE69-424A-4CD8-B5EE-7DBEE83B0DC9}">
      <dsp:nvSpPr>
        <dsp:cNvPr id="0" name=""/>
        <dsp:cNvSpPr/>
      </dsp:nvSpPr>
      <dsp:spPr>
        <a:xfrm>
          <a:off x="790402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3CA20-00E4-4CAA-9844-AC15227571C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81B88-0593-469F-905D-90A3EE7DF0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596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Ya tenemos el modelo sólido; ahora generamos salidas que alguien sí puede usar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5371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“Gold no es ‘más limpio’: es </a:t>
            </a:r>
            <a:r>
              <a:rPr lang="es-ES" b="1" dirty="0"/>
              <a:t>más útil</a:t>
            </a:r>
            <a:r>
              <a:rPr lang="es-ES" dirty="0"/>
              <a:t> para responder preguntas.”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6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“Esta salida permite ver rápidamente tendencias y predominancia de métodos.”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70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Gold siempre es agrupar una dimensión y sacar métricas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27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“Este Gold junta </a:t>
            </a:r>
            <a:r>
              <a:rPr lang="es-CO" dirty="0" err="1"/>
              <a:t>fact+dim</a:t>
            </a:r>
            <a:r>
              <a:rPr lang="es-CO" dirty="0"/>
              <a:t>: responde preguntas por entidad física (estrella).”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902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El </a:t>
            </a:r>
            <a:r>
              <a:rPr lang="es-CO" dirty="0" err="1"/>
              <a:t>Join</a:t>
            </a:r>
            <a:r>
              <a:rPr lang="es-CO" dirty="0"/>
              <a:t> no explota porque está protegido por SK + FK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075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“Gold sin </a:t>
            </a:r>
            <a:r>
              <a:rPr lang="es-CO" dirty="0" err="1"/>
              <a:t>export</a:t>
            </a:r>
            <a:r>
              <a:rPr lang="es-CO" dirty="0"/>
              <a:t> no es entregable: aquí queda el producto fuera del notebook.”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28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lo que te da confianza para firmar que el pipeline es correcto.</a:t>
            </a:r>
          </a:p>
          <a:p>
            <a:r>
              <a:rPr lang="es-CO" dirty="0"/>
              <a:t>El contrato no es texto bonito: es una especificación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1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A257E-FCE8-C8D4-3A31-5B1667462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9822F-056F-513C-BC02-783ADCC6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6C355-A69C-15D2-ECBE-B83EF02D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ED389-FE06-8BFC-29FD-F369ED8C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E9389-B459-F7B3-1147-9B61462D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628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72E5-1245-6879-B7C2-AFFAAE2E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C4178-46AE-B57F-13E9-2389DC7B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9410C-76F0-C6B8-4A91-EEA694D7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1D1A3-A1A1-3369-25D1-F2B0730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CCDE8-C008-465C-134B-2BE82C79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823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9FB5E-3E77-152A-9D11-614C27F6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55CF0A-0C3D-A75C-82C4-643D57AC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587B52-5E78-F0EF-317D-B30ED6BF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FC792-986B-2F6D-5E5B-B0211A7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BF9A13-391E-4815-CE6E-920DA6E6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018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246B8-FF8F-7FFD-F352-D93B5378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8E357-3E87-410A-8092-A7D76B60C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0026D-D3B4-7094-3395-5A80A77E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17DFFC-F397-10A4-259C-93F695B3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482D7-4662-570F-9E05-11252F86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D8301-8E5E-E302-C6C1-5D41842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089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7F9C1-BA83-6E1D-A953-6DB4F3CE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3976C-0276-9EBB-DF9B-6D8BECD2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367CFC-EF6D-1405-C808-39CF00D6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3AA245-2A42-7F63-C6FF-A70DF3F29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7997A4-8C39-A2D2-8028-EB65F782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89619F-AFAB-4CCE-1811-2EE4AF66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2E1D82-7A97-B855-C86E-77FDBC8F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4D49FF-7F1E-9100-05BB-231E395A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85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6FCB2-554A-8D23-320B-9BD1AEBF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F6C289-6C54-DC32-EAA6-DF06085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FBA7EF-33AF-ADBE-A9B5-A2FF5D44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C3FD05-5570-7FAB-FAE1-795A15B0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352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9458C4-FAC4-6319-29E5-C33C629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2DC7E9-A4BD-D8AB-F5C9-A326271C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6159C-0D49-ADE2-DC69-A8DFC153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0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A5B56-2FC5-1417-C02A-6F5A6899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9C86F-0477-461E-3322-30A3ECE6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EAA768-B7DE-DA28-221F-4A790AC37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62589C-83C8-3F16-A6DC-C05C261AC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C0135-169A-0476-7AC3-A1046B3A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4A2CC-3E38-B4E2-EAD3-BF83AD1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784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FE579-875E-B58F-6596-E2A4704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036D07-509F-0303-E1FA-D075AE684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2F65E2-34FD-E7D4-4196-FF66B607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038A3C-EC60-857B-33A2-79A106E5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A1F8E-BDBB-6F26-1851-3229D377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F2934A-BB47-822A-06AB-EA1BF5D1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21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66EB9-8854-7DBE-7631-243026E0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D5059-B411-CB41-846B-85E0EC4AE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D587F-F077-8A4F-130C-E3E0B911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49D4C-9F4E-FA54-FE58-8262C4AA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858D0-F3DD-2037-F67E-E859F831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41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13B414-CAF8-5A6C-8872-4ED177999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09E61-4490-8723-D401-3086832C1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AF499-BA4A-368D-251B-090480C6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97DC5-2BF1-C46C-BCA3-40A50317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D53B-6E75-8A4E-EE55-9D359D0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3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46F9BB-D4BD-90C2-9433-D0882FC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3D7F1-02CA-D5CA-79A8-97AD7CBC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A978E-6151-9D4F-1BFA-B56C4AD0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7455C-0909-4F9F-995D-5BEB3EC57555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6CF9D-D228-2EF1-0BCF-F730F8ED2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4B79E7-66DD-2661-FE9C-B1D12DB4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25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olden Wallpaper&quot; Images – Browse 5,156 Stock Photos, Vectors, and Video |  Adobe Stock">
            <a:extLst>
              <a:ext uri="{FF2B5EF4-FFF2-40B4-BE49-F238E27FC236}">
                <a16:creationId xmlns:a16="http://schemas.microsoft.com/office/drawing/2014/main" id="{FE125061-68B8-BC1C-7939-65EDF7F09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0F67C2-84B2-E723-DF5D-4253F78DE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CO" sz="6600">
                <a:solidFill>
                  <a:schemeClr val="bg1"/>
                </a:solidFill>
              </a:rPr>
              <a:t>Cardinalidad, Joins, Performance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03419-BFDA-2B4C-E67F-CC0116B52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chemeClr val="bg1"/>
                </a:solidFill>
              </a:rPr>
              <a:t>Gold + outputs + Export a artifacts</a:t>
            </a:r>
            <a:endParaRPr lang="es-CO">
              <a:solidFill>
                <a:schemeClr val="bg1"/>
              </a:solidFill>
            </a:endParaRP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4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79560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090347-C559-020D-1652-A3254128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¿Qué significa “Gold” en este curso?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B0A62-FF9E-F400-13B6-12998021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Gold = dataset preparado para análisis</a:t>
            </a:r>
            <a:endParaRPr lang="es-ES" sz="2000"/>
          </a:p>
          <a:p>
            <a:r>
              <a:rPr lang="es-ES" sz="2000"/>
              <a:t>Características:</a:t>
            </a:r>
          </a:p>
          <a:p>
            <a:pPr lvl="1"/>
            <a:r>
              <a:rPr lang="es-ES" sz="2000"/>
              <a:t>limpio (mínimos checks)</a:t>
            </a:r>
          </a:p>
          <a:p>
            <a:pPr lvl="1"/>
            <a:r>
              <a:rPr lang="es-ES" sz="2000"/>
              <a:t>agregado (menos filas)</a:t>
            </a:r>
          </a:p>
          <a:p>
            <a:pPr lvl="1"/>
            <a:r>
              <a:rPr lang="es-ES" sz="2000"/>
              <a:t>interpretables (métricas claras)</a:t>
            </a:r>
          </a:p>
          <a:p>
            <a:pPr lvl="1"/>
            <a:r>
              <a:rPr lang="es-ES" sz="2000"/>
              <a:t>reusable (vista o tabla)</a:t>
            </a:r>
          </a:p>
          <a:p>
            <a:pPr marL="0" indent="0">
              <a:buNone/>
            </a:pPr>
            <a:endParaRPr lang="es-CO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ED68784-12FB-4251-F504-604B20F65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540006"/>
              </p:ext>
            </p:extLst>
          </p:nvPr>
        </p:nvGraphicFramePr>
        <p:xfrm>
          <a:off x="6719367" y="3276268"/>
          <a:ext cx="4788505" cy="157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994">
                  <a:extLst>
                    <a:ext uri="{9D8B030D-6E8A-4147-A177-3AD203B41FA5}">
                      <a16:colId xmlns:a16="http://schemas.microsoft.com/office/drawing/2014/main" val="3638591663"/>
                    </a:ext>
                  </a:extLst>
                </a:gridCol>
                <a:gridCol w="2403511">
                  <a:extLst>
                    <a:ext uri="{9D8B030D-6E8A-4147-A177-3AD203B41FA5}">
                      <a16:colId xmlns:a16="http://schemas.microsoft.com/office/drawing/2014/main" val="3075680992"/>
                    </a:ext>
                  </a:extLst>
                </a:gridCol>
              </a:tblGrid>
              <a:tr h="586620">
                <a:tc>
                  <a:txBody>
                    <a:bodyPr/>
                    <a:lstStyle/>
                    <a:p>
                      <a:r>
                        <a:rPr lang="es-CO" sz="2600"/>
                        <a:t>SILVER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GOLD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3429874761"/>
                  </a:ext>
                </a:extLst>
              </a:tr>
              <a:tr h="986588">
                <a:tc>
                  <a:txBody>
                    <a:bodyPr/>
                    <a:lstStyle/>
                    <a:p>
                      <a:r>
                        <a:rPr lang="es-CO" sz="2600"/>
                        <a:t>Granularidad Alta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Agregación y Sumario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246404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4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D6640E-A1B3-E30A-78FA-CD460644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1: “por discoverymethod”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CD1D1-9568-80A5-0CAD-93852C7A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dirty="0"/>
              <a:t>¿Qué métodos dominan el descubrimiento de exoplanetas?</a:t>
            </a:r>
          </a:p>
          <a:p>
            <a:r>
              <a:rPr lang="es-CO" sz="2000" b="1" dirty="0"/>
              <a:t>Columnas Gold 1</a:t>
            </a:r>
            <a:endParaRPr lang="es-CO" sz="2000" dirty="0"/>
          </a:p>
          <a:p>
            <a:pPr lvl="1"/>
            <a:r>
              <a:rPr lang="es-CO" sz="2000" dirty="0" err="1"/>
              <a:t>discoverymethod</a:t>
            </a:r>
            <a:endParaRPr lang="es-CO" sz="2000" dirty="0"/>
          </a:p>
          <a:p>
            <a:pPr lvl="1"/>
            <a:r>
              <a:rPr lang="es-CO" sz="2000" dirty="0" err="1"/>
              <a:t>n_planets</a:t>
            </a:r>
            <a:endParaRPr lang="es-CO" sz="2000" dirty="0"/>
          </a:p>
          <a:p>
            <a:pPr lvl="1"/>
            <a:r>
              <a:rPr lang="es-CO" sz="2000" dirty="0" err="1"/>
              <a:t>avg_radius_earth</a:t>
            </a:r>
            <a:endParaRPr lang="es-CO" sz="2000" dirty="0"/>
          </a:p>
          <a:p>
            <a:pPr lvl="1"/>
            <a:r>
              <a:rPr lang="es-CO" sz="2000" dirty="0" err="1"/>
              <a:t>avg_mass_earth</a:t>
            </a:r>
            <a:endParaRPr lang="es-CO" sz="2000" dirty="0"/>
          </a:p>
          <a:p>
            <a:pPr lvl="1"/>
            <a:r>
              <a:rPr lang="es-CO" sz="2000" dirty="0" err="1"/>
              <a:t>first_year</a:t>
            </a:r>
            <a:r>
              <a:rPr lang="es-CO" sz="2000" dirty="0"/>
              <a:t>, </a:t>
            </a:r>
            <a:r>
              <a:rPr lang="es-CO" sz="2000" dirty="0" err="1"/>
              <a:t>last_year</a:t>
            </a:r>
            <a:endParaRPr lang="es-CO" sz="2000" dirty="0"/>
          </a:p>
        </p:txBody>
      </p:sp>
      <p:pic>
        <p:nvPicPr>
          <p:cNvPr id="5" name="Imagen 4" descr="Captura de pantalla con letras y números&#10;&#10;El contenido generado por IA puede ser incorrecto.">
            <a:extLst>
              <a:ext uri="{FF2B5EF4-FFF2-40B4-BE49-F238E27FC236}">
                <a16:creationId xmlns:a16="http://schemas.microsoft.com/office/drawing/2014/main" id="{C37E73CB-45CC-52CA-CE40-11F9C0F49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10" y="3117256"/>
            <a:ext cx="6295836" cy="24396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8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77F72466-8208-C9D2-5BAC-7E13DF33D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7602" y="643467"/>
            <a:ext cx="7676795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6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1BC0C2-97A9-083E-B7AB-74318CC0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2: “por host (hostname)”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423F8-5C44-1C40-F11B-E2541F55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/>
              <a:t>¿Qué estrellas tienen más planetas y qué promedios tienen?</a:t>
            </a:r>
          </a:p>
          <a:p>
            <a:r>
              <a:rPr lang="es-CO" sz="2000" b="1"/>
              <a:t>Columnas Gold 2</a:t>
            </a:r>
            <a:endParaRPr lang="es-CO" sz="2000"/>
          </a:p>
          <a:p>
            <a:pPr lvl="1"/>
            <a:r>
              <a:rPr lang="es-CO" sz="2000"/>
              <a:t>hostname</a:t>
            </a:r>
          </a:p>
          <a:p>
            <a:pPr lvl="1"/>
            <a:r>
              <a:rPr lang="es-CO" sz="2000"/>
              <a:t>n_planets</a:t>
            </a:r>
          </a:p>
          <a:p>
            <a:pPr lvl="1"/>
            <a:r>
              <a:rPr lang="es-CO" sz="2000"/>
              <a:t>avg_radius_earth, avg_mass_earth</a:t>
            </a:r>
          </a:p>
          <a:p>
            <a:pPr lvl="1"/>
            <a:r>
              <a:rPr lang="es-CO" sz="2000"/>
              <a:t>sy_dist, ra, dec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E547BCA-3502-B3F0-F4A7-BE0E9C45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22" y="3094011"/>
            <a:ext cx="6082484" cy="22657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2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20EC1938-C921-7774-DF80-C4EBAD0F0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9268" y="643467"/>
            <a:ext cx="6993463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4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7F419E-BABB-AAED-3D26-506D4F0F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100" b="1"/>
              <a:t>Export a artifacts: “evidencia reproducible”</a:t>
            </a:r>
            <a:endParaRPr lang="es-CO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ED71D1E-F45C-6690-9DE8-E1BA6790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Objetivo:</a:t>
            </a:r>
            <a:r>
              <a:rPr lang="es-CO" sz="2000"/>
              <a:t> dejar evidencia lista para entrega</a:t>
            </a:r>
          </a:p>
          <a:p>
            <a:r>
              <a:rPr lang="es-CO" sz="2000"/>
              <a:t>Archivos:</a:t>
            </a:r>
          </a:p>
          <a:p>
            <a:pPr lvl="1"/>
            <a:r>
              <a:rPr lang="es-CO" sz="2000"/>
              <a:t>artifacts/gold_by_discoverymethod.csv</a:t>
            </a:r>
          </a:p>
          <a:p>
            <a:pPr lvl="1"/>
            <a:r>
              <a:rPr lang="es-CO" sz="2000"/>
              <a:t>artifacts/gold_by_host.csv</a:t>
            </a:r>
          </a:p>
          <a:p>
            <a:endParaRPr lang="es-CO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7D2D240-E0D0-7A39-A12F-45D03860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63" y="3684223"/>
            <a:ext cx="5936999" cy="11577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E35B8-2338-87AE-2F52-FDD45421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49253" cy="1325563"/>
          </a:xfrm>
        </p:spPr>
        <p:txBody>
          <a:bodyPr>
            <a:noAutofit/>
          </a:bodyPr>
          <a:lstStyle/>
          <a:p>
            <a:r>
              <a:rPr lang="es-CO" sz="3200" b="1" dirty="0" err="1"/>
              <a:t>Checklist</a:t>
            </a:r>
            <a:r>
              <a:rPr lang="es-CO" sz="3200" b="1" dirty="0"/>
              <a:t> técnico mínimo de cierre (debe pasar sí o sí)</a:t>
            </a: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73507-8E6F-5CB7-2C63-2AF6E076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dim_host_sk: </a:t>
            </a:r>
            <a:r>
              <a:rPr lang="es-CO" dirty="0" err="1"/>
              <a:t>uniqueness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COUNT(*) == COUNT(DISTINCT </a:t>
            </a:r>
            <a:r>
              <a:rPr lang="es-CO" dirty="0" err="1"/>
              <a:t>hostname</a:t>
            </a:r>
            <a:r>
              <a:rPr lang="es-CO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 err="1"/>
              <a:t>fact_planet_sk</a:t>
            </a:r>
            <a:r>
              <a:rPr lang="es-CO" dirty="0"/>
              <a:t>: huérfanos</a:t>
            </a:r>
          </a:p>
          <a:p>
            <a:pPr marL="0" indent="0">
              <a:buNone/>
            </a:pPr>
            <a:r>
              <a:rPr lang="es-CO" dirty="0" err="1"/>
              <a:t>orphan_rows</a:t>
            </a:r>
            <a:r>
              <a:rPr lang="es-CO" dirty="0"/>
              <a:t> == 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Gold corre sin error</a:t>
            </a:r>
          </a:p>
          <a:p>
            <a:pPr marL="0" indent="0">
              <a:buNone/>
            </a:pPr>
            <a:r>
              <a:rPr lang="es-CO" dirty="0"/>
              <a:t>2 vistas consultables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B83B427-C083-8042-691E-24E55E66F4B6}"/>
              </a:ext>
            </a:extLst>
          </p:cNvPr>
          <p:cNvSpPr txBox="1">
            <a:spLocks/>
          </p:cNvSpPr>
          <p:nvPr/>
        </p:nvSpPr>
        <p:spPr>
          <a:xfrm>
            <a:off x="6200273" y="1356895"/>
            <a:ext cx="5257800" cy="24897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 err="1"/>
              <a:t>Datasets</a:t>
            </a:r>
            <a:r>
              <a:rPr lang="es-CO" dirty="0"/>
              <a:t> (</a:t>
            </a:r>
            <a:r>
              <a:rPr lang="es-CO" dirty="0" err="1"/>
              <a:t>silver</a:t>
            </a:r>
            <a:r>
              <a:rPr lang="es-CO" dirty="0"/>
              <a:t>, </a:t>
            </a:r>
            <a:r>
              <a:rPr lang="es-CO" dirty="0" err="1"/>
              <a:t>dim</a:t>
            </a:r>
            <a:r>
              <a:rPr lang="es-CO" dirty="0"/>
              <a:t>/</a:t>
            </a:r>
            <a:r>
              <a:rPr lang="es-CO" dirty="0" err="1"/>
              <a:t>fact</a:t>
            </a:r>
            <a:r>
              <a:rPr lang="es-CO" dirty="0"/>
              <a:t>, </a:t>
            </a:r>
            <a:r>
              <a:rPr lang="es-CO" dirty="0" err="1"/>
              <a:t>gold</a:t>
            </a:r>
            <a:r>
              <a:rPr lang="es-CO" dirty="0"/>
              <a:t>)</a:t>
            </a:r>
          </a:p>
          <a:p>
            <a:r>
              <a:rPr lang="es-CO" dirty="0" err="1"/>
              <a:t>Grain</a:t>
            </a:r>
            <a:r>
              <a:rPr lang="es-CO" dirty="0"/>
              <a:t> por </a:t>
            </a:r>
            <a:r>
              <a:rPr lang="es-CO" dirty="0" err="1"/>
              <a:t>dataset</a:t>
            </a:r>
            <a:endParaRPr lang="es-CO" dirty="0"/>
          </a:p>
          <a:p>
            <a:r>
              <a:rPr lang="es-CO" dirty="0" err="1"/>
              <a:t>Keys</a:t>
            </a:r>
            <a:r>
              <a:rPr lang="es-CO" dirty="0"/>
              <a:t> (PK/UNIQUE/FK)</a:t>
            </a:r>
          </a:p>
          <a:p>
            <a:r>
              <a:rPr lang="es-CO" dirty="0" err="1"/>
              <a:t>Checks</a:t>
            </a:r>
            <a:r>
              <a:rPr lang="es-CO" dirty="0"/>
              <a:t> mínimos</a:t>
            </a:r>
          </a:p>
          <a:p>
            <a:r>
              <a:rPr lang="es-CO" dirty="0"/>
              <a:t>Outputs Gold + columnas</a:t>
            </a:r>
          </a:p>
          <a:p>
            <a:endParaRPr lang="es-CO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2471B8-820D-A85F-DAD2-2C0F4AAA5C2F}"/>
              </a:ext>
            </a:extLst>
          </p:cNvPr>
          <p:cNvSpPr txBox="1">
            <a:spLocks/>
          </p:cNvSpPr>
          <p:nvPr/>
        </p:nvSpPr>
        <p:spPr>
          <a:xfrm>
            <a:off x="6304547" y="31332"/>
            <a:ext cx="50492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dirty="0"/>
              <a:t>Data </a:t>
            </a:r>
            <a:r>
              <a:rPr lang="es-CO" sz="3200" b="1" dirty="0" err="1"/>
              <a:t>Contract</a:t>
            </a:r>
            <a:r>
              <a:rPr lang="es-CO" sz="3200" b="1" dirty="0"/>
              <a:t> final (qué debe contener)</a:t>
            </a:r>
            <a:endParaRPr lang="es-CO" sz="3200" dirty="0"/>
          </a:p>
        </p:txBody>
      </p: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293A6EE-B52D-B6ED-AD18-98FC24FD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3" y="4359332"/>
            <a:ext cx="3203782" cy="2283546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44D84-CA02-649A-8A7D-31E79CD72AEF}"/>
              </a:ext>
            </a:extLst>
          </p:cNvPr>
          <p:cNvCxnSpPr/>
          <p:nvPr/>
        </p:nvCxnSpPr>
        <p:spPr>
          <a:xfrm>
            <a:off x="5887453" y="4001294"/>
            <a:ext cx="601578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CD7F40-E057-C3A3-474C-C05F5026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Entregables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21B047B0-2274-3AEE-A2BC-DF8F655D1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3700" y="0"/>
            <a:ext cx="6400878" cy="68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68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10087-ABAA-1595-188A-DABE37CE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A </a:t>
            </a:r>
            <a:r>
              <a:rPr lang="en-US" sz="5200" dirty="0" err="1"/>
              <a:t>tener</a:t>
            </a:r>
            <a:r>
              <a:rPr lang="en-US" sz="5200" dirty="0"/>
              <a:t> </a:t>
            </a:r>
            <a:r>
              <a:rPr lang="en-US" sz="5200" dirty="0" err="1"/>
              <a:t>en</a:t>
            </a:r>
            <a:r>
              <a:rPr lang="en-US" sz="5200" dirty="0"/>
              <a:t> </a:t>
            </a:r>
            <a:r>
              <a:rPr lang="en-US" sz="5200" dirty="0" err="1"/>
              <a:t>cuenta</a:t>
            </a:r>
            <a:r>
              <a:rPr lang="en-US" sz="5200" dirty="0"/>
              <a:t> para </a:t>
            </a:r>
            <a:r>
              <a:rPr lang="en-US" sz="5200" dirty="0" err="1"/>
              <a:t>el</a:t>
            </a:r>
            <a:r>
              <a:rPr lang="en-US" sz="5200" dirty="0"/>
              <a:t> </a:t>
            </a:r>
            <a:r>
              <a:rPr lang="en-US" sz="5200"/>
              <a:t>proyecto </a:t>
            </a:r>
            <a:endParaRPr lang="en-US" sz="5200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2A7C72A-80A1-2B1A-8E02-ADBD5EAB3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3559910"/>
            <a:ext cx="5828261" cy="2141885"/>
          </a:xfrm>
          <a:prstGeom prst="rect">
            <a:avLst/>
          </a:prstGeom>
        </p:spPr>
      </p:pic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75F4F59C-7F82-7EB3-AD8C-BDB5CDDE8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4004315"/>
            <a:ext cx="5828261" cy="12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4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443</Words>
  <Application>Microsoft Office PowerPoint</Application>
  <PresentationFormat>Panorámica</PresentationFormat>
  <Paragraphs>81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de Office</vt:lpstr>
      <vt:lpstr>Cardinalidad, Joins, Performance</vt:lpstr>
      <vt:lpstr>¿Dónde vamos?</vt:lpstr>
      <vt:lpstr>¿Qué significa “Gold” en este curso?</vt:lpstr>
      <vt:lpstr>Gold 1: “por discoverymethod”</vt:lpstr>
      <vt:lpstr>Presentación de PowerPoint</vt:lpstr>
      <vt:lpstr>Gold 2: “por host (hostname)”</vt:lpstr>
      <vt:lpstr>Presentación de PowerPoint</vt:lpstr>
      <vt:lpstr>Export a artifacts: “evidencia reproducible”</vt:lpstr>
      <vt:lpstr>Checklist técnico mínimo de cierre (debe pasar sí o sí)</vt:lpstr>
      <vt:lpstr>Entregables</vt:lpstr>
      <vt:lpstr>A tener en cuenta para el proyecto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7</cp:revision>
  <dcterms:created xsi:type="dcterms:W3CDTF">2026-01-19T03:20:07Z</dcterms:created>
  <dcterms:modified xsi:type="dcterms:W3CDTF">2026-03-01T22:53:56Z</dcterms:modified>
</cp:coreProperties>
</file>