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4" r:id="rId2"/>
  </p:sldMasterIdLst>
  <p:notesMasterIdLst>
    <p:notesMasterId r:id="rId14"/>
  </p:notes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W05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W06A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0" dirty="0"/>
            <a:t>Diseño relacional mínimo (PK/FK + llaves)</a:t>
          </a:r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2520C895-A69C-4E1D-833E-CFCF8D045592}">
      <dgm:prSet/>
      <dgm:spPr/>
      <dgm:t>
        <a:bodyPr/>
        <a:lstStyle/>
        <a:p>
          <a:pPr>
            <a:defRPr b="1"/>
          </a:pPr>
          <a:r>
            <a:rPr lang="es-CO" dirty="0"/>
            <a:t>W06B</a:t>
          </a:r>
        </a:p>
      </dgm:t>
    </dgm:pt>
    <dgm:pt modelId="{94832D78-9833-41A4-81C5-EF626380929C}" type="parTrans" cxnId="{AF0605B5-6EC5-474B-AF1B-83308F626370}">
      <dgm:prSet/>
      <dgm:spPr/>
      <dgm:t>
        <a:bodyPr/>
        <a:lstStyle/>
        <a:p>
          <a:endParaRPr lang="es-CO"/>
        </a:p>
      </dgm:t>
    </dgm:pt>
    <dgm:pt modelId="{CEAFE364-1135-476B-A766-6591619D08D7}" type="sibTrans" cxnId="{AF0605B5-6EC5-474B-AF1B-83308F626370}">
      <dgm:prSet/>
      <dgm:spPr/>
      <dgm:t>
        <a:bodyPr/>
        <a:lstStyle/>
        <a:p>
          <a:endParaRPr lang="es-CO"/>
        </a:p>
      </dgm:t>
    </dgm:pt>
    <dgm:pt modelId="{55DB74FC-AA14-484C-90C5-272BF72C7E35}">
      <dgm:prSet/>
      <dgm:spPr/>
      <dgm:t>
        <a:bodyPr/>
        <a:lstStyle/>
        <a:p>
          <a:pPr>
            <a:defRPr b="1"/>
          </a:pPr>
          <a:r>
            <a:rPr lang="es-CO"/>
            <a:t>W03</a:t>
          </a:r>
          <a:endParaRPr lang="es-CO" dirty="0"/>
        </a:p>
      </dgm:t>
    </dgm:pt>
    <dgm:pt modelId="{D6AED8D8-0009-4B66-8C28-D0634FC48861}" type="parTrans" cxnId="{48490DA6-498E-4365-AEBE-613B553408D7}">
      <dgm:prSet/>
      <dgm:spPr/>
      <dgm:t>
        <a:bodyPr/>
        <a:lstStyle/>
        <a:p>
          <a:endParaRPr lang="es-CO"/>
        </a:p>
      </dgm:t>
    </dgm:pt>
    <dgm:pt modelId="{E93CBD9A-7BE6-4D11-94AD-BFD8DCA9C391}" type="sibTrans" cxnId="{48490DA6-498E-4365-AEBE-613B553408D7}">
      <dgm:prSet/>
      <dgm:spPr/>
      <dgm:t>
        <a:bodyPr/>
        <a:lstStyle/>
        <a:p>
          <a:endParaRPr lang="es-CO"/>
        </a:p>
      </dgm:t>
    </dgm:pt>
    <dgm:pt modelId="{5419EDF0-37A9-436C-B8B3-9B4FEA7E70F4}">
      <dgm:prSet/>
      <dgm:spPr/>
      <dgm:t>
        <a:bodyPr/>
        <a:lstStyle/>
        <a:p>
          <a:r>
            <a:rPr lang="es-CO"/>
            <a:t>SQL básico</a:t>
          </a:r>
          <a:endParaRPr lang="es-CO" dirty="0"/>
        </a:p>
      </dgm:t>
    </dgm:pt>
    <dgm:pt modelId="{83343AD1-A745-45E3-BDD5-EFBC3C62047F}" type="parTrans" cxnId="{01786C96-8A2E-4BF3-BEC2-E30FA4ACE245}">
      <dgm:prSet/>
      <dgm:spPr/>
      <dgm:t>
        <a:bodyPr/>
        <a:lstStyle/>
        <a:p>
          <a:endParaRPr lang="es-CO"/>
        </a:p>
      </dgm:t>
    </dgm:pt>
    <dgm:pt modelId="{D4F9ACE3-DCE1-4817-BAB7-F6E97CA81E9F}" type="sibTrans" cxnId="{01786C96-8A2E-4BF3-BEC2-E30FA4ACE245}">
      <dgm:prSet/>
      <dgm:spPr/>
      <dgm:t>
        <a:bodyPr/>
        <a:lstStyle/>
        <a:p>
          <a:endParaRPr lang="es-CO"/>
        </a:p>
      </dgm:t>
    </dgm:pt>
    <dgm:pt modelId="{EEFF3183-8EE4-474F-BFE1-1882C9195954}">
      <dgm:prSet/>
      <dgm:spPr/>
      <dgm:t>
        <a:bodyPr/>
        <a:lstStyle/>
        <a:p>
          <a:pPr>
            <a:defRPr b="1"/>
          </a:pPr>
          <a:r>
            <a:rPr lang="es-CO" dirty="0"/>
            <a:t>W07A</a:t>
          </a:r>
        </a:p>
      </dgm:t>
    </dgm:pt>
    <dgm:pt modelId="{C440EDD9-BCB7-40C5-A5EC-A34A169ED416}" type="parTrans" cxnId="{E3661D30-0AE2-425B-A066-8166A68DAC97}">
      <dgm:prSet/>
      <dgm:spPr/>
      <dgm:t>
        <a:bodyPr/>
        <a:lstStyle/>
        <a:p>
          <a:endParaRPr lang="es-CO"/>
        </a:p>
      </dgm:t>
    </dgm:pt>
    <dgm:pt modelId="{CD6E7048-00F3-4388-831A-38D58C4C2103}" type="sibTrans" cxnId="{E3661D30-0AE2-425B-A066-8166A68DAC97}">
      <dgm:prSet/>
      <dgm:spPr/>
      <dgm:t>
        <a:bodyPr/>
        <a:lstStyle/>
        <a:p>
          <a:endParaRPr lang="es-CO"/>
        </a:p>
      </dgm:t>
    </dgm:pt>
    <dgm:pt modelId="{E0AD53C5-5D58-4F68-84FD-A5F853FE681B}">
      <dgm:prSet/>
      <dgm:spPr/>
      <dgm:t>
        <a:bodyPr/>
        <a:lstStyle/>
        <a:p>
          <a:r>
            <a:rPr lang="es-ES" b="0" dirty="0"/>
            <a:t>Gold + </a:t>
          </a:r>
          <a:r>
            <a:rPr lang="es-ES" b="0" dirty="0" err="1"/>
            <a:t>exports</a:t>
          </a:r>
          <a:r>
            <a:rPr lang="es-ES" b="0" dirty="0"/>
            <a:t> + documentación final</a:t>
          </a:r>
          <a:endParaRPr lang="es-CO" b="0" dirty="0"/>
        </a:p>
      </dgm:t>
    </dgm:pt>
    <dgm:pt modelId="{7DA7FF61-B6A7-4DA0-80D3-06874D2ADE90}" type="parTrans" cxnId="{58AF2918-CA1C-4D3E-9DC5-84319246F38A}">
      <dgm:prSet/>
      <dgm:spPr/>
      <dgm:t>
        <a:bodyPr/>
        <a:lstStyle/>
        <a:p>
          <a:endParaRPr lang="es-CO"/>
        </a:p>
      </dgm:t>
    </dgm:pt>
    <dgm:pt modelId="{7477CAAE-D797-4357-8A20-643044A69C62}" type="sibTrans" cxnId="{58AF2918-CA1C-4D3E-9DC5-84319246F38A}">
      <dgm:prSet/>
      <dgm:spPr/>
      <dgm:t>
        <a:bodyPr/>
        <a:lstStyle/>
        <a:p>
          <a:endParaRPr lang="es-CO"/>
        </a:p>
      </dgm:t>
    </dgm:pt>
    <dgm:pt modelId="{E99ABE15-59AB-4663-90B5-3F81E432D27C}">
      <dgm:prSet/>
      <dgm:spPr/>
      <dgm:t>
        <a:bodyPr/>
        <a:lstStyle/>
        <a:p>
          <a:r>
            <a:rPr lang="es-CO" b="1" dirty="0"/>
            <a:t>Orquestación + Métricas</a:t>
          </a:r>
        </a:p>
      </dgm:t>
    </dgm:pt>
    <dgm:pt modelId="{5956CC7C-7F03-4A82-89F3-82FB6EDA58F2}" type="parTrans" cxnId="{AEF79097-2430-45D4-8127-7E052927E010}">
      <dgm:prSet/>
      <dgm:spPr/>
      <dgm:t>
        <a:bodyPr/>
        <a:lstStyle/>
        <a:p>
          <a:endParaRPr lang="es-CO"/>
        </a:p>
      </dgm:t>
    </dgm:pt>
    <dgm:pt modelId="{9BF46433-6A00-437B-85CD-61865803D7DB}" type="sibTrans" cxnId="{AEF79097-2430-45D4-8127-7E052927E010}">
      <dgm:prSet/>
      <dgm:spPr/>
      <dgm:t>
        <a:bodyPr/>
        <a:lstStyle/>
        <a:p>
          <a:endParaRPr lang="es-CO"/>
        </a:p>
      </dgm:t>
    </dgm:pt>
    <dgm:pt modelId="{B79F8453-4C53-4725-A743-4BCB8090C643}">
      <dgm:prSet/>
      <dgm:spPr/>
      <dgm:t>
        <a:bodyPr/>
        <a:lstStyle/>
        <a:p>
          <a:pPr>
            <a:defRPr b="1"/>
          </a:pPr>
          <a:r>
            <a:rPr lang="es-CO"/>
            <a:t>W07B</a:t>
          </a:r>
          <a:endParaRPr lang="es-CO" dirty="0"/>
        </a:p>
      </dgm:t>
    </dgm:pt>
    <dgm:pt modelId="{AFEE6A15-0045-423D-AF17-EFBB1F22D348}" type="parTrans" cxnId="{4824BA13-B401-43C4-B80E-C5BF81745E7B}">
      <dgm:prSet/>
      <dgm:spPr/>
      <dgm:t>
        <a:bodyPr/>
        <a:lstStyle/>
        <a:p>
          <a:endParaRPr lang="es-CO"/>
        </a:p>
      </dgm:t>
    </dgm:pt>
    <dgm:pt modelId="{A285C28C-5926-4C83-9697-334E844CDC12}" type="sibTrans" cxnId="{4824BA13-B401-43C4-B80E-C5BF81745E7B}">
      <dgm:prSet/>
      <dgm:spPr/>
      <dgm:t>
        <a:bodyPr/>
        <a:lstStyle/>
        <a:p>
          <a:endParaRPr lang="es-CO"/>
        </a:p>
      </dgm:t>
    </dgm:pt>
    <dgm:pt modelId="{E2E3BEAA-7C1E-4A26-BC20-A30F6CEFA327}">
      <dgm:prSet/>
      <dgm:spPr/>
      <dgm:t>
        <a:bodyPr/>
        <a:lstStyle/>
        <a:p>
          <a:r>
            <a:rPr lang="es-CO"/>
            <a:t>Pipeline</a:t>
          </a:r>
          <a:endParaRPr lang="es-CO" dirty="0"/>
        </a:p>
      </dgm:t>
    </dgm:pt>
    <dgm:pt modelId="{8483F63E-FBAE-4BC4-9B49-0A535372F300}" type="parTrans" cxnId="{556CB186-2E8F-4AE2-8477-FAF289EE252D}">
      <dgm:prSet/>
      <dgm:spPr/>
      <dgm:t>
        <a:bodyPr/>
        <a:lstStyle/>
        <a:p>
          <a:endParaRPr lang="es-CO"/>
        </a:p>
      </dgm:t>
    </dgm:pt>
    <dgm:pt modelId="{6ACECC8F-4F96-44B4-942F-9CB4E37EAD83}" type="sibTrans" cxnId="{556CB186-2E8F-4AE2-8477-FAF289EE252D}">
      <dgm:prSet/>
      <dgm:spPr/>
      <dgm:t>
        <a:bodyPr/>
        <a:lstStyle/>
        <a:p>
          <a:endParaRPr lang="es-CO"/>
        </a:p>
      </dgm:t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8"/>
      <dgm:spPr/>
    </dgm:pt>
    <dgm:pt modelId="{3941855B-9F45-4A82-956B-02684A432AA5}" type="pres">
      <dgm:prSet presAssocID="{CF314EE2-D6D7-4536-A6FD-41DF85B6060B}" presName="Ellipse" presStyleLbl="fgAcc1" presStyleIdx="0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9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8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9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8"/>
      <dgm:spPr/>
    </dgm:pt>
    <dgm:pt modelId="{591D0C9E-F3BD-4ACE-A927-797BE3DA39DF}" type="pres">
      <dgm:prSet presAssocID="{DB0F8EA1-4EC9-4B36-B3A0-726A64C3981F}" presName="Ellipse" presStyleLbl="fgAcc1" presStyleIdx="1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9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8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9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354A0EB9-C15D-4EED-AD7A-4BA0BD6EA95F}" type="pres">
      <dgm:prSet presAssocID="{55DB74FC-AA14-484C-90C5-272BF72C7E35}" presName="composite" presStyleCnt="0"/>
      <dgm:spPr/>
    </dgm:pt>
    <dgm:pt modelId="{6B3B44FD-CD55-49A1-9D46-7D8BE7ECC7DC}" type="pres">
      <dgm:prSet presAssocID="{55DB74FC-AA14-484C-90C5-272BF72C7E35}" presName="ConnectorPoint" presStyleLbl="lnNode1" presStyleIdx="2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462C6F2-48E5-4BD6-909A-4F12CDF07C3F}" type="pres">
      <dgm:prSet presAssocID="{55DB74FC-AA14-484C-90C5-272BF72C7E35}" presName="DropPinPlaceHolder" presStyleCnt="0"/>
      <dgm:spPr/>
    </dgm:pt>
    <dgm:pt modelId="{7426B390-11A9-467C-8863-3A0BEAE74606}" type="pres">
      <dgm:prSet presAssocID="{55DB74FC-AA14-484C-90C5-272BF72C7E35}" presName="DropPin" presStyleLbl="alignNode1" presStyleIdx="4" presStyleCnt="18"/>
      <dgm:spPr/>
    </dgm:pt>
    <dgm:pt modelId="{CCC1B053-3ECB-4D6B-98FE-E0527430F655}" type="pres">
      <dgm:prSet presAssocID="{55DB74FC-AA14-484C-90C5-272BF72C7E35}" presName="Ellipse" presStyleLbl="fgAcc1" presStyleIdx="2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C33ADDC-85D4-4DBF-83AE-CB3AB9747E6D}" type="pres">
      <dgm:prSet presAssocID="{55DB74FC-AA14-484C-90C5-272BF72C7E35}" presName="L2TextContainer" presStyleLbl="revTx" presStyleIdx="2" presStyleCnt="9">
        <dgm:presLayoutVars>
          <dgm:bulletEnabled val="1"/>
        </dgm:presLayoutVars>
      </dgm:prSet>
      <dgm:spPr/>
    </dgm:pt>
    <dgm:pt modelId="{F60B4A9E-2A40-44D1-A1A8-F4A47B5C2960}" type="pres">
      <dgm:prSet presAssocID="{55DB74FC-AA14-484C-90C5-272BF72C7E35}" presName="L1TextContainer" presStyleLbl="alignNode1" presStyleIdx="5" presStyleCnt="18">
        <dgm:presLayoutVars>
          <dgm:chMax val="1"/>
          <dgm:chPref val="1"/>
          <dgm:bulletEnabled val="1"/>
        </dgm:presLayoutVars>
      </dgm:prSet>
      <dgm:spPr/>
    </dgm:pt>
    <dgm:pt modelId="{46D358C1-2023-4C84-9A53-DF8EDD80A1F7}" type="pres">
      <dgm:prSet presAssocID="{55DB74FC-AA14-484C-90C5-272BF72C7E35}" presName="ConnectLine" presStyleLbl="sibTrans1D1" presStyleIdx="2" presStyleCnt="9"/>
      <dgm:spPr/>
    </dgm:pt>
    <dgm:pt modelId="{91C0AD43-BE18-4658-8D0F-AC469508DD81}" type="pres">
      <dgm:prSet presAssocID="{55DB74FC-AA14-484C-90C5-272BF72C7E35}" presName="EmptyPlaceHolder" presStyleCnt="0"/>
      <dgm:spPr/>
    </dgm:pt>
    <dgm:pt modelId="{6AAB63EC-3F70-439E-A8AD-139B441D156F}" type="pres">
      <dgm:prSet presAssocID="{E93CBD9A-7BE6-4D11-94AD-BFD8DCA9C39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3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6" presStyleCnt="18"/>
      <dgm:spPr/>
    </dgm:pt>
    <dgm:pt modelId="{64CCA8F3-173A-4D74-B9A2-49BDD6D8183A}" type="pres">
      <dgm:prSet presAssocID="{D50E325C-02F8-4636-83C7-06D5FCD3BA82}" presName="Ellipse" presStyleLbl="fgAcc1" presStyleIdx="3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3" presStyleCnt="9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7" presStyleCnt="18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3" presStyleCnt="9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4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8" presStyleCnt="18"/>
      <dgm:spPr/>
    </dgm:pt>
    <dgm:pt modelId="{A8F6EDE2-EF0C-457E-BC04-95B7917B5FF1}" type="pres">
      <dgm:prSet presAssocID="{16BBC706-20BB-4DAB-BE2E-AFABD3EB8DF4}" presName="Ellipse" presStyleLbl="fgAcc1" presStyleIdx="4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4" presStyleCnt="9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9" presStyleCnt="18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4" presStyleCnt="9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5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10" presStyleCnt="18"/>
      <dgm:spPr/>
    </dgm:pt>
    <dgm:pt modelId="{0E07606D-90D6-4C46-9C6F-D1FA7A46AD31}" type="pres">
      <dgm:prSet presAssocID="{D58E6C69-1D05-44C2-9491-5FDB663AAFB1}" presName="Ellipse" presStyleLbl="fgAcc1" presStyleIdx="5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5" presStyleCnt="9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11" presStyleCnt="18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5" presStyleCnt="9"/>
      <dgm:spPr/>
    </dgm:pt>
    <dgm:pt modelId="{7D6140CA-EF57-4603-ADAF-5E5FB81F7207}" type="pres">
      <dgm:prSet presAssocID="{D58E6C69-1D05-44C2-9491-5FDB663AAFB1}" presName="EmptyPlaceHolder" presStyleCnt="0"/>
      <dgm:spPr/>
    </dgm:pt>
    <dgm:pt modelId="{D2C454B8-04D6-4E6C-8355-673339559618}" type="pres">
      <dgm:prSet presAssocID="{7B85E398-94A7-4AB5-8CDF-7F81E2F539B1}" presName="spaceBetweenRectangles" presStyleCnt="0"/>
      <dgm:spPr/>
    </dgm:pt>
    <dgm:pt modelId="{5C62CD98-B098-4A3E-B2A4-EA65C368F917}" type="pres">
      <dgm:prSet presAssocID="{2520C895-A69C-4E1D-833E-CFCF8D045592}" presName="composite" presStyleCnt="0"/>
      <dgm:spPr/>
    </dgm:pt>
    <dgm:pt modelId="{5657EE69-424A-4CD8-B5EE-7DBEE83B0DC9}" type="pres">
      <dgm:prSet presAssocID="{2520C895-A69C-4E1D-833E-CFCF8D045592}" presName="ConnectorPoint" presStyleLbl="lnNode1" presStyleIdx="6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D4F6ED0-44B8-4C59-99DC-C619DDB1D906}" type="pres">
      <dgm:prSet presAssocID="{2520C895-A69C-4E1D-833E-CFCF8D045592}" presName="DropPinPlaceHolder" presStyleCnt="0"/>
      <dgm:spPr/>
    </dgm:pt>
    <dgm:pt modelId="{72EA4842-5C5D-4BE9-9AD2-6FAF498B2540}" type="pres">
      <dgm:prSet presAssocID="{2520C895-A69C-4E1D-833E-CFCF8D045592}" presName="DropPin" presStyleLbl="alignNode1" presStyleIdx="12" presStyleCnt="18"/>
      <dgm:spPr/>
    </dgm:pt>
    <dgm:pt modelId="{703E798C-4E72-4A6C-AD2F-3EEC1D89A51B}" type="pres">
      <dgm:prSet presAssocID="{2520C895-A69C-4E1D-833E-CFCF8D045592}" presName="Ellipse" presStyleLbl="fgAcc1" presStyleIdx="6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7B4887C6-E1B4-4412-86BB-F455A05D8A46}" type="pres">
      <dgm:prSet presAssocID="{2520C895-A69C-4E1D-833E-CFCF8D045592}" presName="L2TextContainer" presStyleLbl="revTx" presStyleIdx="6" presStyleCnt="9">
        <dgm:presLayoutVars>
          <dgm:bulletEnabled val="1"/>
        </dgm:presLayoutVars>
      </dgm:prSet>
      <dgm:spPr/>
    </dgm:pt>
    <dgm:pt modelId="{415234FF-8B2B-48A0-B0A8-E0517D1909DD}" type="pres">
      <dgm:prSet presAssocID="{2520C895-A69C-4E1D-833E-CFCF8D045592}" presName="L1TextContainer" presStyleLbl="alignNode1" presStyleIdx="13" presStyleCnt="18">
        <dgm:presLayoutVars>
          <dgm:chMax val="1"/>
          <dgm:chPref val="1"/>
          <dgm:bulletEnabled val="1"/>
        </dgm:presLayoutVars>
      </dgm:prSet>
      <dgm:spPr/>
    </dgm:pt>
    <dgm:pt modelId="{573D2282-3279-4BF1-B7CA-BAB23F064BDC}" type="pres">
      <dgm:prSet presAssocID="{2520C895-A69C-4E1D-833E-CFCF8D045592}" presName="ConnectLine" presStyleLbl="sibTrans1D1" presStyleIdx="6" presStyleCnt="9"/>
      <dgm:spPr/>
    </dgm:pt>
    <dgm:pt modelId="{4E1E2890-8665-4899-9FC8-69300C2D910D}" type="pres">
      <dgm:prSet presAssocID="{2520C895-A69C-4E1D-833E-CFCF8D045592}" presName="EmptyPlaceHolder" presStyleCnt="0"/>
      <dgm:spPr/>
    </dgm:pt>
    <dgm:pt modelId="{3D1F29B8-7F78-4270-9012-A0C931D1C565}" type="pres">
      <dgm:prSet presAssocID="{CEAFE364-1135-476B-A766-6591619D08D7}" presName="spaceBetweenRectangles" presStyleCnt="0"/>
      <dgm:spPr/>
    </dgm:pt>
    <dgm:pt modelId="{A8128036-15EE-4CF5-98C3-9EF7CEED63D2}" type="pres">
      <dgm:prSet presAssocID="{EEFF3183-8EE4-474F-BFE1-1882C9195954}" presName="composite" presStyleCnt="0"/>
      <dgm:spPr/>
    </dgm:pt>
    <dgm:pt modelId="{580017B0-3745-4F33-B51D-CBAAD1CA16CA}" type="pres">
      <dgm:prSet presAssocID="{EEFF3183-8EE4-474F-BFE1-1882C9195954}" presName="ConnectorPoint" presStyleLbl="lnNode1" presStyleIdx="7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24AF4C6-6695-4924-92DC-A59931183668}" type="pres">
      <dgm:prSet presAssocID="{EEFF3183-8EE4-474F-BFE1-1882C9195954}" presName="DropPinPlaceHolder" presStyleCnt="0"/>
      <dgm:spPr/>
    </dgm:pt>
    <dgm:pt modelId="{19A13FD9-7BFC-4504-924D-E0303F2A6B0B}" type="pres">
      <dgm:prSet presAssocID="{EEFF3183-8EE4-474F-BFE1-1882C9195954}" presName="DropPin" presStyleLbl="alignNode1" presStyleIdx="14" presStyleCnt="18"/>
      <dgm:spPr/>
    </dgm:pt>
    <dgm:pt modelId="{03C765BF-2401-4359-9439-92BAD5CEF96B}" type="pres">
      <dgm:prSet presAssocID="{EEFF3183-8EE4-474F-BFE1-1882C9195954}" presName="Ellipse" presStyleLbl="fgAcc1" presStyleIdx="7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88758E8A-8E10-4194-937B-F587E26DF0F6}" type="pres">
      <dgm:prSet presAssocID="{EEFF3183-8EE4-474F-BFE1-1882C9195954}" presName="L2TextContainer" presStyleLbl="revTx" presStyleIdx="7" presStyleCnt="9">
        <dgm:presLayoutVars>
          <dgm:bulletEnabled val="1"/>
        </dgm:presLayoutVars>
      </dgm:prSet>
      <dgm:spPr/>
    </dgm:pt>
    <dgm:pt modelId="{EDE35AED-F23C-4316-B024-91735271B322}" type="pres">
      <dgm:prSet presAssocID="{EEFF3183-8EE4-474F-BFE1-1882C9195954}" presName="L1TextContainer" presStyleLbl="alignNode1" presStyleIdx="15" presStyleCnt="18">
        <dgm:presLayoutVars>
          <dgm:chMax val="1"/>
          <dgm:chPref val="1"/>
          <dgm:bulletEnabled val="1"/>
        </dgm:presLayoutVars>
      </dgm:prSet>
      <dgm:spPr/>
    </dgm:pt>
    <dgm:pt modelId="{292E5CF7-986F-432B-BC25-D3E433071889}" type="pres">
      <dgm:prSet presAssocID="{EEFF3183-8EE4-474F-BFE1-1882C9195954}" presName="ConnectLine" presStyleLbl="sibTrans1D1" presStyleIdx="7" presStyleCnt="9"/>
      <dgm:spPr/>
    </dgm:pt>
    <dgm:pt modelId="{072E6BDD-1450-402E-BAEB-5DB861AF44FB}" type="pres">
      <dgm:prSet presAssocID="{EEFF3183-8EE4-474F-BFE1-1882C9195954}" presName="EmptyPlaceHolder" presStyleCnt="0"/>
      <dgm:spPr/>
    </dgm:pt>
    <dgm:pt modelId="{5A7388C4-41A3-43F5-B3C6-DDB3A8603445}" type="pres">
      <dgm:prSet presAssocID="{CD6E7048-00F3-4388-831A-38D58C4C2103}" presName="spaceBetweenRectangles" presStyleCnt="0"/>
      <dgm:spPr/>
    </dgm:pt>
    <dgm:pt modelId="{74DB8074-80D3-46F2-A830-A2DC90F1DFAA}" type="pres">
      <dgm:prSet presAssocID="{B79F8453-4C53-4725-A743-4BCB8090C643}" presName="composite" presStyleCnt="0"/>
      <dgm:spPr/>
    </dgm:pt>
    <dgm:pt modelId="{9BB3C788-AA58-4F5F-8A6D-A60C9532CA19}" type="pres">
      <dgm:prSet presAssocID="{B79F8453-4C53-4725-A743-4BCB8090C643}" presName="ConnectorPoint" presStyleLbl="lnNode1" presStyleIdx="8" presStyleCnt="9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B9B8533-85EC-4005-AC64-1DD2C46CEC69}" type="pres">
      <dgm:prSet presAssocID="{B79F8453-4C53-4725-A743-4BCB8090C643}" presName="DropPinPlaceHolder" presStyleCnt="0"/>
      <dgm:spPr/>
    </dgm:pt>
    <dgm:pt modelId="{059BBBA0-1B9D-459F-B683-D9B2569B7C77}" type="pres">
      <dgm:prSet presAssocID="{B79F8453-4C53-4725-A743-4BCB8090C643}" presName="DropPin" presStyleLbl="alignNode1" presStyleIdx="16" presStyleCnt="18"/>
      <dgm:spPr/>
    </dgm:pt>
    <dgm:pt modelId="{07810BAD-7C27-4B92-8A2F-3AF8C43299A4}" type="pres">
      <dgm:prSet presAssocID="{B79F8453-4C53-4725-A743-4BCB8090C643}" presName="Ellipse" presStyleLbl="fgAcc1" presStyleIdx="8" presStyleCnt="9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8856F641-5AF7-47BA-A209-2B22B4F805C5}" type="pres">
      <dgm:prSet presAssocID="{B79F8453-4C53-4725-A743-4BCB8090C643}" presName="L2TextContainer" presStyleLbl="revTx" presStyleIdx="8" presStyleCnt="9">
        <dgm:presLayoutVars>
          <dgm:bulletEnabled val="1"/>
        </dgm:presLayoutVars>
      </dgm:prSet>
      <dgm:spPr/>
    </dgm:pt>
    <dgm:pt modelId="{B90CCDB7-A22D-435B-A71D-A17495939312}" type="pres">
      <dgm:prSet presAssocID="{B79F8453-4C53-4725-A743-4BCB8090C643}" presName="L1TextContainer" presStyleLbl="alignNode1" presStyleIdx="17" presStyleCnt="18">
        <dgm:presLayoutVars>
          <dgm:chMax val="1"/>
          <dgm:chPref val="1"/>
          <dgm:bulletEnabled val="1"/>
        </dgm:presLayoutVars>
      </dgm:prSet>
      <dgm:spPr/>
    </dgm:pt>
    <dgm:pt modelId="{9411B524-14FF-4708-9D36-E6AFEE8156B3}" type="pres">
      <dgm:prSet presAssocID="{B79F8453-4C53-4725-A743-4BCB8090C643}" presName="ConnectLine" presStyleLbl="sibTrans1D1" presStyleIdx="8" presStyleCnt="9"/>
      <dgm:spPr/>
    </dgm:pt>
    <dgm:pt modelId="{05B0A80E-3202-4F78-95AF-94C70A20A2D8}" type="pres">
      <dgm:prSet presAssocID="{B79F8453-4C53-4725-A743-4BCB8090C643}" presName="EmptyPlaceHolder" presStyleCnt="0"/>
      <dgm:spPr/>
    </dgm:pt>
  </dgm:ptLst>
  <dgm:cxnLst>
    <dgm:cxn modelId="{C9745200-E168-410C-86BA-ED0D35929F8E}" type="presOf" srcId="{B79F8453-4C53-4725-A743-4BCB8090C643}" destId="{B90CCDB7-A22D-435B-A71D-A17495939312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5" destOrd="0" parTransId="{5A34F788-8BB8-41E7-B4B9-5FA4F647078C}" sibTransId="{7B85E398-94A7-4AB5-8CDF-7F81E2F539B1}"/>
    <dgm:cxn modelId="{4824BA13-B401-43C4-B80E-C5BF81745E7B}" srcId="{2430CC21-05DE-42C5-993E-E946140B4D86}" destId="{B79F8453-4C53-4725-A743-4BCB8090C643}" srcOrd="8" destOrd="0" parTransId="{AFEE6A15-0045-423D-AF17-EFBB1F22D348}" sibTransId="{A285C28C-5926-4C83-9697-334E844CDC12}"/>
    <dgm:cxn modelId="{58AF2918-CA1C-4D3E-9DC5-84319246F38A}" srcId="{2520C895-A69C-4E1D-833E-CFCF8D045592}" destId="{E0AD53C5-5D58-4F68-84FD-A5F853FE681B}" srcOrd="0" destOrd="0" parTransId="{7DA7FF61-B6A7-4DA0-80D3-06874D2ADE90}" sibTransId="{7477CAAE-D797-4357-8A20-643044A69C62}"/>
    <dgm:cxn modelId="{13C03D19-AB4A-4A00-9232-521AA6B5762F}" type="presOf" srcId="{15D026C8-3FA6-448A-A3BC-AAA5CEA229FC}" destId="{0C33ADDC-85D4-4DBF-83AE-CB3AB9747E6D}" srcOrd="0" destOrd="0" presId="urn:microsoft.com/office/officeart/2024/3/layout/SimpleTimelineDefaultVariant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F21A0C26-C9EC-4C37-A5BC-46B71BC26E7E}" type="presOf" srcId="{EEFF3183-8EE4-474F-BFE1-1882C9195954}" destId="{EDE35AED-F23C-4316-B024-91735271B322}" srcOrd="0" destOrd="0" presId="urn:microsoft.com/office/officeart/2024/3/layout/SimpleTimelineDefaultVariant"/>
    <dgm:cxn modelId="{E3661D30-0AE2-425B-A066-8166A68DAC97}" srcId="{2430CC21-05DE-42C5-993E-E946140B4D86}" destId="{EEFF3183-8EE4-474F-BFE1-1882C9195954}" srcOrd="7" destOrd="0" parTransId="{C440EDD9-BCB7-40C5-A5EC-A34A169ED416}" sibTransId="{CD6E7048-00F3-4388-831A-38D58C4C2103}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FF4A863B-0817-4C34-9A98-CAD69B893879}" type="presOf" srcId="{D58E6C69-1D05-44C2-9491-5FDB663AAFB1}" destId="{F7F215AA-1548-4946-9818-24CE434B0257}" srcOrd="0" destOrd="0" presId="urn:microsoft.com/office/officeart/2024/3/layout/SimpleTimelineDefaultVariant"/>
    <dgm:cxn modelId="{00C5B93B-0233-45D2-A19C-6B2D79B2B9AF}" type="presOf" srcId="{9F792233-6D2D-4F91-A8EB-9D8F22D4829D}" destId="{31877334-3A87-4D72-A1B1-F99AFF9D710D}" srcOrd="0" destOrd="0" presId="urn:microsoft.com/office/officeart/2024/3/layout/SimpleTimelineDefaultVariant"/>
    <dgm:cxn modelId="{1B7C305B-B9C8-4AFE-A0E1-AB892B34A667}" type="presOf" srcId="{E0AD53C5-5D58-4F68-84FD-A5F853FE681B}" destId="{7B4887C6-E1B4-4412-86BB-F455A05D8A46}" srcOrd="0" destOrd="0" presId="urn:microsoft.com/office/officeart/2024/3/layout/SimpleTimelineDefaultVariant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2CF10B68-9D6A-4D23-AD46-565291CA2F44}" type="presOf" srcId="{E99ABE15-59AB-4663-90B5-3F81E432D27C}" destId="{8856F641-5AF7-47BA-A209-2B22B4F805C5}" srcOrd="0" destOrd="0" presId="urn:microsoft.com/office/officeart/2024/3/layout/SimpleTimelineDefaultVariant"/>
    <dgm:cxn modelId="{EC6E1B69-75AA-49ED-B177-81455A479279}" type="presOf" srcId="{2520C895-A69C-4E1D-833E-CFCF8D045592}" destId="{415234FF-8B2B-48A0-B0A8-E0517D1909DD}" srcOrd="0" destOrd="0" presId="urn:microsoft.com/office/officeart/2024/3/layout/SimpleTimelineDefaultVariant"/>
    <dgm:cxn modelId="{24299B57-CCEB-49C4-9B39-0320EDD3468F}" type="presOf" srcId="{CF314EE2-D6D7-4536-A6FD-41DF85B6060B}" destId="{01E41ACE-E33B-41B9-A714-73522D3F7C76}" srcOrd="0" destOrd="0" presId="urn:microsoft.com/office/officeart/2024/3/layout/SimpleTimelineDefaultVariant"/>
    <dgm:cxn modelId="{5B03E37C-4FA6-4FE3-9CC9-C9BE34E43339}" srcId="{55DB74FC-AA14-484C-90C5-272BF72C7E35}" destId="{15D026C8-3FA6-448A-A3BC-AAA5CEA229FC}" srcOrd="0" destOrd="0" parTransId="{57134387-37E6-4073-B620-EB2BC76CDF46}" sibTransId="{E937AFED-88C7-4905-9A04-A9EE8FF53C44}"/>
    <dgm:cxn modelId="{556CB186-2E8F-4AE2-8477-FAF289EE252D}" srcId="{EEFF3183-8EE4-474F-BFE1-1882C9195954}" destId="{E2E3BEAA-7C1E-4A26-BC20-A30F6CEFA327}" srcOrd="0" destOrd="0" parTransId="{8483F63E-FBAE-4BC4-9B49-0A535372F300}" sibTransId="{6ACECC8F-4F96-44B4-942F-9CB4E37EAD83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0B375F95-51BB-499F-AFEE-879EF72C6B58}" type="presOf" srcId="{16BBC706-20BB-4DAB-BE2E-AFABD3EB8DF4}" destId="{EE41F65A-AA70-4EE3-81F3-A539EF20984B}" srcOrd="0" destOrd="0" presId="urn:microsoft.com/office/officeart/2024/3/layout/SimpleTimelineDefaultVariant"/>
    <dgm:cxn modelId="{01786C96-8A2E-4BF3-BEC2-E30FA4ACE245}" srcId="{DB0F8EA1-4EC9-4B36-B3A0-726A64C3981F}" destId="{5419EDF0-37A9-436C-B8B3-9B4FEA7E70F4}" srcOrd="0" destOrd="0" parTransId="{83343AD1-A745-45E3-BDD5-EFBC3C62047F}" sibTransId="{D4F9ACE3-DCE1-4817-BAB7-F6E97CA81E9F}"/>
    <dgm:cxn modelId="{AEF79097-2430-45D4-8127-7E052927E010}" srcId="{B79F8453-4C53-4725-A743-4BCB8090C643}" destId="{E99ABE15-59AB-4663-90B5-3F81E432D27C}" srcOrd="0" destOrd="0" parTransId="{5956CC7C-7F03-4A82-89F3-82FB6EDA58F2}" sibTransId="{9BF46433-6A00-437B-85CD-61865803D7DB}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0A9873A3-0083-4EF5-897B-2838AE27C878}" type="presOf" srcId="{DB0F8EA1-4EC9-4B36-B3A0-726A64C3981F}" destId="{89EF5014-7ECE-4300-A882-B69FFA73745D}" srcOrd="0" destOrd="0" presId="urn:microsoft.com/office/officeart/2024/3/layout/SimpleTimelineDefaultVariant"/>
    <dgm:cxn modelId="{A18F02A4-9CFB-46A9-9689-45F9B518FFD8}" srcId="{2430CC21-05DE-42C5-993E-E946140B4D86}" destId="{16BBC706-20BB-4DAB-BE2E-AFABD3EB8DF4}" srcOrd="4" destOrd="0" parTransId="{FFC39569-AC40-4992-905B-F5979F552B76}" sibTransId="{2BE8C82F-3D4F-4067-BF75-088338C4E144}"/>
    <dgm:cxn modelId="{48490DA6-498E-4365-AEBE-613B553408D7}" srcId="{2430CC21-05DE-42C5-993E-E946140B4D86}" destId="{55DB74FC-AA14-484C-90C5-272BF72C7E35}" srcOrd="2" destOrd="0" parTransId="{D6AED8D8-0009-4B66-8C28-D0634FC48861}" sibTransId="{E93CBD9A-7BE6-4D11-94AD-BFD8DCA9C391}"/>
    <dgm:cxn modelId="{C637DFA8-42D2-4FEC-9776-90F397DDECB6}" type="presOf" srcId="{C65E3B61-EBF5-4BE9-9C69-BC45396A57AD}" destId="{A8C61B89-04C1-40B8-A753-92BDABE39300}" srcOrd="0" destOrd="0" presId="urn:microsoft.com/office/officeart/2024/3/layout/SimpleTimelineDefaultVariant"/>
    <dgm:cxn modelId="{AF0605B5-6EC5-474B-AF1B-83308F626370}" srcId="{2430CC21-05DE-42C5-993E-E946140B4D86}" destId="{2520C895-A69C-4E1D-833E-CFCF8D045592}" srcOrd="6" destOrd="0" parTransId="{94832D78-9833-41A4-81C5-EF626380929C}" sibTransId="{CEAFE364-1135-476B-A766-6591619D08D7}"/>
    <dgm:cxn modelId="{C7563FB6-D40D-49CA-AAED-E45F93CF0473}" type="presOf" srcId="{D50E325C-02F8-4636-83C7-06D5FCD3BA82}" destId="{2664027A-B5AC-41CA-A071-5DF0CF1E8120}" srcOrd="0" destOrd="0" presId="urn:microsoft.com/office/officeart/2024/3/layout/SimpleTimelineDefaultVariant"/>
    <dgm:cxn modelId="{B766B6C0-ABEF-4C25-A953-B3E1DB028F6C}" type="presOf" srcId="{925E6D1D-D87D-40EB-9615-95968B35A91B}" destId="{00D2B9ED-BE51-47B3-B26C-BA45F9641DBB}" srcOrd="0" destOrd="0" presId="urn:microsoft.com/office/officeart/2024/3/layout/SimpleTimelineDefaultVariant"/>
    <dgm:cxn modelId="{ABDB45CA-81A6-4002-B0E8-A0F5534A2E64}" type="presOf" srcId="{E2E3BEAA-7C1E-4A26-BC20-A30F6CEFA327}" destId="{88758E8A-8E10-4194-937B-F587E26DF0F6}" srcOrd="0" destOrd="0" presId="urn:microsoft.com/office/officeart/2024/3/layout/SimpleTimelineDefaultVariant"/>
    <dgm:cxn modelId="{B906D6D8-BFFE-4E52-A94A-422B10597ECF}" type="presOf" srcId="{C9334617-D8FF-4772-940C-26C317DD1123}" destId="{229A8B9E-D26E-4B8B-B637-778F404FB5B5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3" destOrd="0" parTransId="{B10AAB54-8404-4113-AEA9-476DC7B36F38}" sibTransId="{235F5447-7591-489B-8E03-171373207EFC}"/>
    <dgm:cxn modelId="{DB5B54DA-B448-43B3-A628-55C4D1DAC79E}" type="presOf" srcId="{5419EDF0-37A9-436C-B8B3-9B4FEA7E70F4}" destId="{443870C5-2799-47B5-AA6B-A0C45107D3FC}" srcOrd="0" destOrd="0" presId="urn:microsoft.com/office/officeart/2024/3/layout/SimpleTimelineDefaultVariant"/>
    <dgm:cxn modelId="{4A4087F0-9915-4FA0-90FF-130B26700EC9}" type="presOf" srcId="{55DB74FC-AA14-484C-90C5-272BF72C7E35}" destId="{F60B4A9E-2A40-44D1-A1A8-F4A47B5C2960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32A82828-094B-4F0C-B2D9-46B9CCF51267}" type="presParOf" srcId="{9AE89FB1-F474-491F-AB27-A0F134775DF5}" destId="{B7BF8D1E-0607-4B5F-981C-154E326D1064}" srcOrd="0" destOrd="0" presId="urn:microsoft.com/office/officeart/2024/3/layout/SimpleTimelineDefaultVariant"/>
    <dgm:cxn modelId="{796404BF-6A72-46BE-B5F9-701CB2B998FE}" type="presParOf" srcId="{9AE89FB1-F474-491F-AB27-A0F134775DF5}" destId="{A7AE47DD-8DEC-4B56-9367-A4C3486B2D96}" srcOrd="1" destOrd="0" presId="urn:microsoft.com/office/officeart/2024/3/layout/SimpleTimelineDefaultVariant"/>
    <dgm:cxn modelId="{A112DE61-FED5-467C-A016-1FF61BF0604D}" type="presParOf" srcId="{A7AE47DD-8DEC-4B56-9367-A4C3486B2D96}" destId="{53FB245B-549F-41A8-85A7-8DC9298ABFD7}" srcOrd="0" destOrd="0" presId="urn:microsoft.com/office/officeart/2024/3/layout/SimpleTimelineDefaultVariant"/>
    <dgm:cxn modelId="{C21825DB-1B3B-4A7A-875C-FD79A20B293C}" type="presParOf" srcId="{53FB245B-549F-41A8-85A7-8DC9298ABFD7}" destId="{34DD218C-FBA4-4914-8E86-E286CBBF679B}" srcOrd="0" destOrd="0" presId="urn:microsoft.com/office/officeart/2024/3/layout/SimpleTimelineDefaultVariant"/>
    <dgm:cxn modelId="{5DC87974-8CA2-470F-A492-9E13D8200919}" type="presParOf" srcId="{53FB245B-549F-41A8-85A7-8DC9298ABFD7}" destId="{D7F5E375-D0CA-42FC-835A-31381C5E5D37}" srcOrd="1" destOrd="0" presId="urn:microsoft.com/office/officeart/2024/3/layout/SimpleTimelineDefaultVariant"/>
    <dgm:cxn modelId="{785ED059-B21B-4D5E-B2C3-E17D9AB8274C}" type="presParOf" srcId="{D7F5E375-D0CA-42FC-835A-31381C5E5D37}" destId="{90BFAD0B-06DA-4B4F-B83D-5C02B8A89EC4}" srcOrd="0" destOrd="0" presId="urn:microsoft.com/office/officeart/2024/3/layout/SimpleTimelineDefaultVariant"/>
    <dgm:cxn modelId="{F5E0E485-48D4-485C-98AC-CAC939D09A98}" type="presParOf" srcId="{D7F5E375-D0CA-42FC-835A-31381C5E5D37}" destId="{3941855B-9F45-4A82-956B-02684A432AA5}" srcOrd="1" destOrd="0" presId="urn:microsoft.com/office/officeart/2024/3/layout/SimpleTimelineDefaultVariant"/>
    <dgm:cxn modelId="{7C68B13A-365A-4620-BBA7-B5C1E87E8854}" type="presParOf" srcId="{53FB245B-549F-41A8-85A7-8DC9298ABFD7}" destId="{31877334-3A87-4D72-A1B1-F99AFF9D710D}" srcOrd="2" destOrd="0" presId="urn:microsoft.com/office/officeart/2024/3/layout/SimpleTimelineDefaultVariant"/>
    <dgm:cxn modelId="{C218EFD2-C4A7-40AB-AA94-C1A672200375}" type="presParOf" srcId="{53FB245B-549F-41A8-85A7-8DC9298ABFD7}" destId="{01E41ACE-E33B-41B9-A714-73522D3F7C76}" srcOrd="3" destOrd="0" presId="urn:microsoft.com/office/officeart/2024/3/layout/SimpleTimelineDefaultVariant"/>
    <dgm:cxn modelId="{13DF73A4-5EAB-4226-B922-6A956460C7F6}" type="presParOf" srcId="{53FB245B-549F-41A8-85A7-8DC9298ABFD7}" destId="{CEE8CE24-AD73-4777-BAB3-4A5D9CE74308}" srcOrd="4" destOrd="0" presId="urn:microsoft.com/office/officeart/2024/3/layout/SimpleTimelineDefaultVariant"/>
    <dgm:cxn modelId="{51317826-9800-4FD6-A4C5-B10AFCBAC922}" type="presParOf" srcId="{53FB245B-549F-41A8-85A7-8DC9298ABFD7}" destId="{CA0DAB95-CF81-4C72-99EC-F6A08D694850}" srcOrd="5" destOrd="0" presId="urn:microsoft.com/office/officeart/2024/3/layout/SimpleTimelineDefaultVariant"/>
    <dgm:cxn modelId="{52E1CD43-21D9-4A7A-8267-852D185E4187}" type="presParOf" srcId="{A7AE47DD-8DEC-4B56-9367-A4C3486B2D96}" destId="{5B1444F8-B111-4850-AE5F-D928CB18CD7B}" srcOrd="1" destOrd="0" presId="urn:microsoft.com/office/officeart/2024/3/layout/SimpleTimelineDefaultVariant"/>
    <dgm:cxn modelId="{ADD410D9-E3B5-413C-B7D3-94605B037D75}" type="presParOf" srcId="{A7AE47DD-8DEC-4B56-9367-A4C3486B2D96}" destId="{3E821FC4-A874-450B-8482-9337AC1C1E0B}" srcOrd="2" destOrd="0" presId="urn:microsoft.com/office/officeart/2024/3/layout/SimpleTimelineDefaultVariant"/>
    <dgm:cxn modelId="{23C01F7A-861C-4151-9E17-E07F4F4FD3B6}" type="presParOf" srcId="{3E821FC4-A874-450B-8482-9337AC1C1E0B}" destId="{0D3203CA-3A44-4E67-9918-35447FA83302}" srcOrd="0" destOrd="0" presId="urn:microsoft.com/office/officeart/2024/3/layout/SimpleTimelineDefaultVariant"/>
    <dgm:cxn modelId="{B6429C2E-D5EE-43EC-867E-F8FA3BA1BFD2}" type="presParOf" srcId="{3E821FC4-A874-450B-8482-9337AC1C1E0B}" destId="{167C0091-4211-46CD-8319-88B0084C9D44}" srcOrd="1" destOrd="0" presId="urn:microsoft.com/office/officeart/2024/3/layout/SimpleTimelineDefaultVariant"/>
    <dgm:cxn modelId="{BF4742BA-B897-4840-8781-9F231B2A4676}" type="presParOf" srcId="{167C0091-4211-46CD-8319-88B0084C9D44}" destId="{DC0398C9-F266-4E41-85EE-CAB679514169}" srcOrd="0" destOrd="0" presId="urn:microsoft.com/office/officeart/2024/3/layout/SimpleTimelineDefaultVariant"/>
    <dgm:cxn modelId="{59DAEAB8-7F37-4C49-988C-5766C8840F62}" type="presParOf" srcId="{167C0091-4211-46CD-8319-88B0084C9D44}" destId="{591D0C9E-F3BD-4ACE-A927-797BE3DA39DF}" srcOrd="1" destOrd="0" presId="urn:microsoft.com/office/officeart/2024/3/layout/SimpleTimelineDefaultVariant"/>
    <dgm:cxn modelId="{147C4F00-EFCD-4255-9C32-9F103C0FA13B}" type="presParOf" srcId="{3E821FC4-A874-450B-8482-9337AC1C1E0B}" destId="{443870C5-2799-47B5-AA6B-A0C45107D3FC}" srcOrd="2" destOrd="0" presId="urn:microsoft.com/office/officeart/2024/3/layout/SimpleTimelineDefaultVariant"/>
    <dgm:cxn modelId="{B8238DCE-6647-4EAD-8316-BC71A1A24878}" type="presParOf" srcId="{3E821FC4-A874-450B-8482-9337AC1C1E0B}" destId="{89EF5014-7ECE-4300-A882-B69FFA73745D}" srcOrd="3" destOrd="0" presId="urn:microsoft.com/office/officeart/2024/3/layout/SimpleTimelineDefaultVariant"/>
    <dgm:cxn modelId="{17DA06BF-BC77-49EA-AE43-0BEC02CAA0B5}" type="presParOf" srcId="{3E821FC4-A874-450B-8482-9337AC1C1E0B}" destId="{7FC7980B-78D1-4A8D-9208-76052E50D81B}" srcOrd="4" destOrd="0" presId="urn:microsoft.com/office/officeart/2024/3/layout/SimpleTimelineDefaultVariant"/>
    <dgm:cxn modelId="{20233F31-1476-4427-9D36-A38539AEBF25}" type="presParOf" srcId="{3E821FC4-A874-450B-8482-9337AC1C1E0B}" destId="{2A9B783C-D24D-49E5-BA81-DDD844BCDDD5}" srcOrd="5" destOrd="0" presId="urn:microsoft.com/office/officeart/2024/3/layout/SimpleTimelineDefaultVariant"/>
    <dgm:cxn modelId="{2E790AAC-19F3-47DC-9D0D-AF01D2D94D9F}" type="presParOf" srcId="{A7AE47DD-8DEC-4B56-9367-A4C3486B2D96}" destId="{0C971922-0DF1-44AF-961F-8011F77D6504}" srcOrd="3" destOrd="0" presId="urn:microsoft.com/office/officeart/2024/3/layout/SimpleTimelineDefaultVariant"/>
    <dgm:cxn modelId="{22C68E07-B80A-44FC-9D6C-FB8CEFD35D16}" type="presParOf" srcId="{A7AE47DD-8DEC-4B56-9367-A4C3486B2D96}" destId="{354A0EB9-C15D-4EED-AD7A-4BA0BD6EA95F}" srcOrd="4" destOrd="0" presId="urn:microsoft.com/office/officeart/2024/3/layout/SimpleTimelineDefaultVariant"/>
    <dgm:cxn modelId="{68917952-E41B-4631-AF4E-8CF02671B51E}" type="presParOf" srcId="{354A0EB9-C15D-4EED-AD7A-4BA0BD6EA95F}" destId="{6B3B44FD-CD55-49A1-9D46-7D8BE7ECC7DC}" srcOrd="0" destOrd="0" presId="urn:microsoft.com/office/officeart/2024/3/layout/SimpleTimelineDefaultVariant"/>
    <dgm:cxn modelId="{242C9D30-8A76-4905-B8D9-77BBAFA1FB9B}" type="presParOf" srcId="{354A0EB9-C15D-4EED-AD7A-4BA0BD6EA95F}" destId="{A462C6F2-48E5-4BD6-909A-4F12CDF07C3F}" srcOrd="1" destOrd="0" presId="urn:microsoft.com/office/officeart/2024/3/layout/SimpleTimelineDefaultVariant"/>
    <dgm:cxn modelId="{0B18270D-B1A7-418C-A7BB-19CF4CE18401}" type="presParOf" srcId="{A462C6F2-48E5-4BD6-909A-4F12CDF07C3F}" destId="{7426B390-11A9-467C-8863-3A0BEAE74606}" srcOrd="0" destOrd="0" presId="urn:microsoft.com/office/officeart/2024/3/layout/SimpleTimelineDefaultVariant"/>
    <dgm:cxn modelId="{AA063E89-C0EE-4159-BC39-4478B8EF2885}" type="presParOf" srcId="{A462C6F2-48E5-4BD6-909A-4F12CDF07C3F}" destId="{CCC1B053-3ECB-4D6B-98FE-E0527430F655}" srcOrd="1" destOrd="0" presId="urn:microsoft.com/office/officeart/2024/3/layout/SimpleTimelineDefaultVariant"/>
    <dgm:cxn modelId="{B898C55C-3E60-48CF-B232-556E0EE4523D}" type="presParOf" srcId="{354A0EB9-C15D-4EED-AD7A-4BA0BD6EA95F}" destId="{0C33ADDC-85D4-4DBF-83AE-CB3AB9747E6D}" srcOrd="2" destOrd="0" presId="urn:microsoft.com/office/officeart/2024/3/layout/SimpleTimelineDefaultVariant"/>
    <dgm:cxn modelId="{E237DBE3-0C21-45BC-88E9-93D49AE6D5C3}" type="presParOf" srcId="{354A0EB9-C15D-4EED-AD7A-4BA0BD6EA95F}" destId="{F60B4A9E-2A40-44D1-A1A8-F4A47B5C2960}" srcOrd="3" destOrd="0" presId="urn:microsoft.com/office/officeart/2024/3/layout/SimpleTimelineDefaultVariant"/>
    <dgm:cxn modelId="{CF8956A1-044B-432A-9F17-808BD84FACF0}" type="presParOf" srcId="{354A0EB9-C15D-4EED-AD7A-4BA0BD6EA95F}" destId="{46D358C1-2023-4C84-9A53-DF8EDD80A1F7}" srcOrd="4" destOrd="0" presId="urn:microsoft.com/office/officeart/2024/3/layout/SimpleTimelineDefaultVariant"/>
    <dgm:cxn modelId="{9755A9B1-DE3E-47DD-8D88-AB4459FA6CEA}" type="presParOf" srcId="{354A0EB9-C15D-4EED-AD7A-4BA0BD6EA95F}" destId="{91C0AD43-BE18-4658-8D0F-AC469508DD81}" srcOrd="5" destOrd="0" presId="urn:microsoft.com/office/officeart/2024/3/layout/SimpleTimelineDefaultVariant"/>
    <dgm:cxn modelId="{569BDBB8-59AA-4CE0-990B-348F35A13C0E}" type="presParOf" srcId="{A7AE47DD-8DEC-4B56-9367-A4C3486B2D96}" destId="{6AAB63EC-3F70-439E-A8AD-139B441D156F}" srcOrd="5" destOrd="0" presId="urn:microsoft.com/office/officeart/2024/3/layout/SimpleTimelineDefaultVariant"/>
    <dgm:cxn modelId="{A5243F05-AB81-40E3-B6F6-75843265D877}" type="presParOf" srcId="{A7AE47DD-8DEC-4B56-9367-A4C3486B2D96}" destId="{538F7CB4-9A53-484B-81CA-260A79B4F163}" srcOrd="6" destOrd="0" presId="urn:microsoft.com/office/officeart/2024/3/layout/SimpleTimelineDefaultVariant"/>
    <dgm:cxn modelId="{D93B6EF1-223E-4186-8C32-2BA8F0037EBB}" type="presParOf" srcId="{538F7CB4-9A53-484B-81CA-260A79B4F163}" destId="{682EA88A-A4E4-4AA7-9FB1-B83F193F2C39}" srcOrd="0" destOrd="0" presId="urn:microsoft.com/office/officeart/2024/3/layout/SimpleTimelineDefaultVariant"/>
    <dgm:cxn modelId="{F2AAD300-22AA-44D8-A0AB-7E2256E8B8CC}" type="presParOf" srcId="{538F7CB4-9A53-484B-81CA-260A79B4F163}" destId="{A0323C5B-5787-4ABC-9130-A621889E8E36}" srcOrd="1" destOrd="0" presId="urn:microsoft.com/office/officeart/2024/3/layout/SimpleTimelineDefaultVariant"/>
    <dgm:cxn modelId="{1408B487-1F9E-40CB-A236-A2570EB5D142}" type="presParOf" srcId="{A0323C5B-5787-4ABC-9130-A621889E8E36}" destId="{4E9D8699-570F-428F-B34E-A8AE18B2A17F}" srcOrd="0" destOrd="0" presId="urn:microsoft.com/office/officeart/2024/3/layout/SimpleTimelineDefaultVariant"/>
    <dgm:cxn modelId="{5E677B6A-5A16-4081-8305-317C21E47D45}" type="presParOf" srcId="{A0323C5B-5787-4ABC-9130-A621889E8E36}" destId="{64CCA8F3-173A-4D74-B9A2-49BDD6D8183A}" srcOrd="1" destOrd="0" presId="urn:microsoft.com/office/officeart/2024/3/layout/SimpleTimelineDefaultVariant"/>
    <dgm:cxn modelId="{4C0713CC-E38F-4A8C-9D08-F43E5417EB4C}" type="presParOf" srcId="{538F7CB4-9A53-484B-81CA-260A79B4F163}" destId="{00D2B9ED-BE51-47B3-B26C-BA45F9641DBB}" srcOrd="2" destOrd="0" presId="urn:microsoft.com/office/officeart/2024/3/layout/SimpleTimelineDefaultVariant"/>
    <dgm:cxn modelId="{A94076AA-69F5-49D0-991D-D9E600A4A5AA}" type="presParOf" srcId="{538F7CB4-9A53-484B-81CA-260A79B4F163}" destId="{2664027A-B5AC-41CA-A071-5DF0CF1E8120}" srcOrd="3" destOrd="0" presId="urn:microsoft.com/office/officeart/2024/3/layout/SimpleTimelineDefaultVariant"/>
    <dgm:cxn modelId="{2AF2E973-76C4-4EB2-85FF-0066AF24E566}" type="presParOf" srcId="{538F7CB4-9A53-484B-81CA-260A79B4F163}" destId="{6F004247-9FD8-4E6D-9363-DE121E4356A0}" srcOrd="4" destOrd="0" presId="urn:microsoft.com/office/officeart/2024/3/layout/SimpleTimelineDefaultVariant"/>
    <dgm:cxn modelId="{0DF0C4E7-A6A7-483D-AF0B-373BA60E382D}" type="presParOf" srcId="{538F7CB4-9A53-484B-81CA-260A79B4F163}" destId="{5A9AD2D3-337B-4134-B8ED-771B806C587F}" srcOrd="5" destOrd="0" presId="urn:microsoft.com/office/officeart/2024/3/layout/SimpleTimelineDefaultVariant"/>
    <dgm:cxn modelId="{581FB352-B15B-40C6-9247-E4E63C59EF73}" type="presParOf" srcId="{A7AE47DD-8DEC-4B56-9367-A4C3486B2D96}" destId="{A7600265-0C88-4CF8-BE9B-117522065D4D}" srcOrd="7" destOrd="0" presId="urn:microsoft.com/office/officeart/2024/3/layout/SimpleTimelineDefaultVariant"/>
    <dgm:cxn modelId="{0FA8442D-4735-4B66-9CA7-BA52427A9149}" type="presParOf" srcId="{A7AE47DD-8DEC-4B56-9367-A4C3486B2D96}" destId="{2B5389DC-7DD6-4BC8-B779-D6F9230E7016}" srcOrd="8" destOrd="0" presId="urn:microsoft.com/office/officeart/2024/3/layout/SimpleTimelineDefaultVariant"/>
    <dgm:cxn modelId="{9E028321-345C-4E82-81FC-3A6518CB6E3D}" type="presParOf" srcId="{2B5389DC-7DD6-4BC8-B779-D6F9230E7016}" destId="{410FA866-99AD-47B6-AB30-6629B2F7603F}" srcOrd="0" destOrd="0" presId="urn:microsoft.com/office/officeart/2024/3/layout/SimpleTimelineDefaultVariant"/>
    <dgm:cxn modelId="{752A45A0-A074-4B9D-8627-5E7CEF6552E3}" type="presParOf" srcId="{2B5389DC-7DD6-4BC8-B779-D6F9230E7016}" destId="{62656441-CCB5-4F11-87D3-A71692F13D3F}" srcOrd="1" destOrd="0" presId="urn:microsoft.com/office/officeart/2024/3/layout/SimpleTimelineDefaultVariant"/>
    <dgm:cxn modelId="{5E445130-3908-48E4-BFE5-1566E9014978}" type="presParOf" srcId="{62656441-CCB5-4F11-87D3-A71692F13D3F}" destId="{1D54DDC9-D893-4C2D-937E-BD8391046565}" srcOrd="0" destOrd="0" presId="urn:microsoft.com/office/officeart/2024/3/layout/SimpleTimelineDefaultVariant"/>
    <dgm:cxn modelId="{F7472CBA-09F2-4847-B869-FD2CBB1096D9}" type="presParOf" srcId="{62656441-CCB5-4F11-87D3-A71692F13D3F}" destId="{A8F6EDE2-EF0C-457E-BC04-95B7917B5FF1}" srcOrd="1" destOrd="0" presId="urn:microsoft.com/office/officeart/2024/3/layout/SimpleTimelineDefaultVariant"/>
    <dgm:cxn modelId="{99330D31-16F7-49DB-B5C8-CA9A53220940}" type="presParOf" srcId="{2B5389DC-7DD6-4BC8-B779-D6F9230E7016}" destId="{229A8B9E-D26E-4B8B-B637-778F404FB5B5}" srcOrd="2" destOrd="0" presId="urn:microsoft.com/office/officeart/2024/3/layout/SimpleTimelineDefaultVariant"/>
    <dgm:cxn modelId="{7D601D4A-48BD-4E8C-B7D8-DE51858814D4}" type="presParOf" srcId="{2B5389DC-7DD6-4BC8-B779-D6F9230E7016}" destId="{EE41F65A-AA70-4EE3-81F3-A539EF20984B}" srcOrd="3" destOrd="0" presId="urn:microsoft.com/office/officeart/2024/3/layout/SimpleTimelineDefaultVariant"/>
    <dgm:cxn modelId="{44E65008-243B-45C7-8C05-8276E298558E}" type="presParOf" srcId="{2B5389DC-7DD6-4BC8-B779-D6F9230E7016}" destId="{E28909AF-007C-49D7-8958-97FF1699473D}" srcOrd="4" destOrd="0" presId="urn:microsoft.com/office/officeart/2024/3/layout/SimpleTimelineDefaultVariant"/>
    <dgm:cxn modelId="{09A5DD35-E664-480E-B611-1D244624B7A2}" type="presParOf" srcId="{2B5389DC-7DD6-4BC8-B779-D6F9230E7016}" destId="{6C0C9696-FE62-48F7-8988-6F70C68CBD83}" srcOrd="5" destOrd="0" presId="urn:microsoft.com/office/officeart/2024/3/layout/SimpleTimelineDefaultVariant"/>
    <dgm:cxn modelId="{3250A3CA-311B-4DF7-9F3C-F8F8580EB902}" type="presParOf" srcId="{A7AE47DD-8DEC-4B56-9367-A4C3486B2D96}" destId="{F46B52D1-BAB5-4C3E-A7AE-5109068EFB92}" srcOrd="9" destOrd="0" presId="urn:microsoft.com/office/officeart/2024/3/layout/SimpleTimelineDefaultVariant"/>
    <dgm:cxn modelId="{C5C47663-ED4B-4F50-BD24-D75209319C15}" type="presParOf" srcId="{A7AE47DD-8DEC-4B56-9367-A4C3486B2D96}" destId="{A74FF97E-7200-4943-9A5B-13D208BDD317}" srcOrd="10" destOrd="0" presId="urn:microsoft.com/office/officeart/2024/3/layout/SimpleTimelineDefaultVariant"/>
    <dgm:cxn modelId="{92329A05-12C7-4069-9DD4-53999F189AB0}" type="presParOf" srcId="{A74FF97E-7200-4943-9A5B-13D208BDD317}" destId="{D1F0411E-85F0-49A3-90A8-C760162A06F7}" srcOrd="0" destOrd="0" presId="urn:microsoft.com/office/officeart/2024/3/layout/SimpleTimelineDefaultVariant"/>
    <dgm:cxn modelId="{2B52F623-2516-4F30-8635-469F2310F333}" type="presParOf" srcId="{A74FF97E-7200-4943-9A5B-13D208BDD317}" destId="{F77DF66D-9675-47A7-ADD4-F35123143610}" srcOrd="1" destOrd="0" presId="urn:microsoft.com/office/officeart/2024/3/layout/SimpleTimelineDefaultVariant"/>
    <dgm:cxn modelId="{6D8DD98B-F40B-493C-B0E7-2BF05CA4099B}" type="presParOf" srcId="{F77DF66D-9675-47A7-ADD4-F35123143610}" destId="{061DA4A7-7DD3-47A6-8F75-591FD3C5F66E}" srcOrd="0" destOrd="0" presId="urn:microsoft.com/office/officeart/2024/3/layout/SimpleTimelineDefaultVariant"/>
    <dgm:cxn modelId="{626D7317-34AB-43D2-86D6-7C34F4286A18}" type="presParOf" srcId="{F77DF66D-9675-47A7-ADD4-F35123143610}" destId="{0E07606D-90D6-4C46-9C6F-D1FA7A46AD31}" srcOrd="1" destOrd="0" presId="urn:microsoft.com/office/officeart/2024/3/layout/SimpleTimelineDefaultVariant"/>
    <dgm:cxn modelId="{5993B066-57DF-47D7-989B-29B596A803A9}" type="presParOf" srcId="{A74FF97E-7200-4943-9A5B-13D208BDD317}" destId="{A8C61B89-04C1-40B8-A753-92BDABE39300}" srcOrd="2" destOrd="0" presId="urn:microsoft.com/office/officeart/2024/3/layout/SimpleTimelineDefaultVariant"/>
    <dgm:cxn modelId="{A2694011-43C2-46A2-AD91-5B06E5CEF015}" type="presParOf" srcId="{A74FF97E-7200-4943-9A5B-13D208BDD317}" destId="{F7F215AA-1548-4946-9818-24CE434B0257}" srcOrd="3" destOrd="0" presId="urn:microsoft.com/office/officeart/2024/3/layout/SimpleTimelineDefaultVariant"/>
    <dgm:cxn modelId="{96F509DE-063E-46EA-B9E9-464FF468EEF1}" type="presParOf" srcId="{A74FF97E-7200-4943-9A5B-13D208BDD317}" destId="{A657FCB3-50B0-4F61-A00C-56D9B387AFBF}" srcOrd="4" destOrd="0" presId="urn:microsoft.com/office/officeart/2024/3/layout/SimpleTimelineDefaultVariant"/>
    <dgm:cxn modelId="{287A5318-D877-4025-8804-E30BE9080728}" type="presParOf" srcId="{A74FF97E-7200-4943-9A5B-13D208BDD317}" destId="{7D6140CA-EF57-4603-ADAF-5E5FB81F7207}" srcOrd="5" destOrd="0" presId="urn:microsoft.com/office/officeart/2024/3/layout/SimpleTimelineDefaultVariant"/>
    <dgm:cxn modelId="{6C38C123-CAB6-43AD-90CE-17097B60FE44}" type="presParOf" srcId="{A7AE47DD-8DEC-4B56-9367-A4C3486B2D96}" destId="{D2C454B8-04D6-4E6C-8355-673339559618}" srcOrd="11" destOrd="0" presId="urn:microsoft.com/office/officeart/2024/3/layout/SimpleTimelineDefaultVariant"/>
    <dgm:cxn modelId="{2432ED8D-278F-4BFD-8D00-E952FB845B24}" type="presParOf" srcId="{A7AE47DD-8DEC-4B56-9367-A4C3486B2D96}" destId="{5C62CD98-B098-4A3E-B2A4-EA65C368F917}" srcOrd="12" destOrd="0" presId="urn:microsoft.com/office/officeart/2024/3/layout/SimpleTimelineDefaultVariant"/>
    <dgm:cxn modelId="{DD376596-E27D-455D-BFE8-2919021B287A}" type="presParOf" srcId="{5C62CD98-B098-4A3E-B2A4-EA65C368F917}" destId="{5657EE69-424A-4CD8-B5EE-7DBEE83B0DC9}" srcOrd="0" destOrd="0" presId="urn:microsoft.com/office/officeart/2024/3/layout/SimpleTimelineDefaultVariant"/>
    <dgm:cxn modelId="{534EA43B-787B-4F0E-B1C8-C4B31F6BEB8C}" type="presParOf" srcId="{5C62CD98-B098-4A3E-B2A4-EA65C368F917}" destId="{8D4F6ED0-44B8-4C59-99DC-C619DDB1D906}" srcOrd="1" destOrd="0" presId="urn:microsoft.com/office/officeart/2024/3/layout/SimpleTimelineDefaultVariant"/>
    <dgm:cxn modelId="{9AE42F62-7423-4A28-9740-45599B03394B}" type="presParOf" srcId="{8D4F6ED0-44B8-4C59-99DC-C619DDB1D906}" destId="{72EA4842-5C5D-4BE9-9AD2-6FAF498B2540}" srcOrd="0" destOrd="0" presId="urn:microsoft.com/office/officeart/2024/3/layout/SimpleTimelineDefaultVariant"/>
    <dgm:cxn modelId="{985B0A68-F70A-4643-BD75-B2D6CEDFD326}" type="presParOf" srcId="{8D4F6ED0-44B8-4C59-99DC-C619DDB1D906}" destId="{703E798C-4E72-4A6C-AD2F-3EEC1D89A51B}" srcOrd="1" destOrd="0" presId="urn:microsoft.com/office/officeart/2024/3/layout/SimpleTimelineDefaultVariant"/>
    <dgm:cxn modelId="{9409F0D9-9389-492E-9ECD-68BCA7E3BA79}" type="presParOf" srcId="{5C62CD98-B098-4A3E-B2A4-EA65C368F917}" destId="{7B4887C6-E1B4-4412-86BB-F455A05D8A46}" srcOrd="2" destOrd="0" presId="urn:microsoft.com/office/officeart/2024/3/layout/SimpleTimelineDefaultVariant"/>
    <dgm:cxn modelId="{F5FDAF7A-2341-4D1B-A20E-2A73C4A3B15D}" type="presParOf" srcId="{5C62CD98-B098-4A3E-B2A4-EA65C368F917}" destId="{415234FF-8B2B-48A0-B0A8-E0517D1909DD}" srcOrd="3" destOrd="0" presId="urn:microsoft.com/office/officeart/2024/3/layout/SimpleTimelineDefaultVariant"/>
    <dgm:cxn modelId="{16C66B4C-D61B-43F7-9672-0A30E5ACB5D8}" type="presParOf" srcId="{5C62CD98-B098-4A3E-B2A4-EA65C368F917}" destId="{573D2282-3279-4BF1-B7CA-BAB23F064BDC}" srcOrd="4" destOrd="0" presId="urn:microsoft.com/office/officeart/2024/3/layout/SimpleTimelineDefaultVariant"/>
    <dgm:cxn modelId="{1C10E998-D54D-4A93-9453-A090806DBE94}" type="presParOf" srcId="{5C62CD98-B098-4A3E-B2A4-EA65C368F917}" destId="{4E1E2890-8665-4899-9FC8-69300C2D910D}" srcOrd="5" destOrd="0" presId="urn:microsoft.com/office/officeart/2024/3/layout/SimpleTimelineDefaultVariant"/>
    <dgm:cxn modelId="{F29E0C39-E1EC-42C9-923B-775BA73F0190}" type="presParOf" srcId="{A7AE47DD-8DEC-4B56-9367-A4C3486B2D96}" destId="{3D1F29B8-7F78-4270-9012-A0C931D1C565}" srcOrd="13" destOrd="0" presId="urn:microsoft.com/office/officeart/2024/3/layout/SimpleTimelineDefaultVariant"/>
    <dgm:cxn modelId="{7A3AE023-238A-47B0-964D-821FB2FDC832}" type="presParOf" srcId="{A7AE47DD-8DEC-4B56-9367-A4C3486B2D96}" destId="{A8128036-15EE-4CF5-98C3-9EF7CEED63D2}" srcOrd="14" destOrd="0" presId="urn:microsoft.com/office/officeart/2024/3/layout/SimpleTimelineDefaultVariant"/>
    <dgm:cxn modelId="{D4DDA299-7A8B-4C0D-967C-737A5B97CE29}" type="presParOf" srcId="{A8128036-15EE-4CF5-98C3-9EF7CEED63D2}" destId="{580017B0-3745-4F33-B51D-CBAAD1CA16CA}" srcOrd="0" destOrd="0" presId="urn:microsoft.com/office/officeart/2024/3/layout/SimpleTimelineDefaultVariant"/>
    <dgm:cxn modelId="{AB66323D-697D-4E5A-9A22-EFAC8D2D9474}" type="presParOf" srcId="{A8128036-15EE-4CF5-98C3-9EF7CEED63D2}" destId="{724AF4C6-6695-4924-92DC-A59931183668}" srcOrd="1" destOrd="0" presId="urn:microsoft.com/office/officeart/2024/3/layout/SimpleTimelineDefaultVariant"/>
    <dgm:cxn modelId="{64891353-3944-4433-8216-6DE808BE85D0}" type="presParOf" srcId="{724AF4C6-6695-4924-92DC-A59931183668}" destId="{19A13FD9-7BFC-4504-924D-E0303F2A6B0B}" srcOrd="0" destOrd="0" presId="urn:microsoft.com/office/officeart/2024/3/layout/SimpleTimelineDefaultVariant"/>
    <dgm:cxn modelId="{86B3B2F5-B02C-45A5-81B5-292AD9460AC4}" type="presParOf" srcId="{724AF4C6-6695-4924-92DC-A59931183668}" destId="{03C765BF-2401-4359-9439-92BAD5CEF96B}" srcOrd="1" destOrd="0" presId="urn:microsoft.com/office/officeart/2024/3/layout/SimpleTimelineDefaultVariant"/>
    <dgm:cxn modelId="{3C080309-6CFB-4854-BD42-2D3204FA0D6C}" type="presParOf" srcId="{A8128036-15EE-4CF5-98C3-9EF7CEED63D2}" destId="{88758E8A-8E10-4194-937B-F587E26DF0F6}" srcOrd="2" destOrd="0" presId="urn:microsoft.com/office/officeart/2024/3/layout/SimpleTimelineDefaultVariant"/>
    <dgm:cxn modelId="{E15A1EA5-D265-4C9A-A2DA-1876B4BF327F}" type="presParOf" srcId="{A8128036-15EE-4CF5-98C3-9EF7CEED63D2}" destId="{EDE35AED-F23C-4316-B024-91735271B322}" srcOrd="3" destOrd="0" presId="urn:microsoft.com/office/officeart/2024/3/layout/SimpleTimelineDefaultVariant"/>
    <dgm:cxn modelId="{0AFB284F-A137-459C-B9FF-2B7B0A291328}" type="presParOf" srcId="{A8128036-15EE-4CF5-98C3-9EF7CEED63D2}" destId="{292E5CF7-986F-432B-BC25-D3E433071889}" srcOrd="4" destOrd="0" presId="urn:microsoft.com/office/officeart/2024/3/layout/SimpleTimelineDefaultVariant"/>
    <dgm:cxn modelId="{A35B6C3C-79D5-476C-B01F-8579DC0E94FF}" type="presParOf" srcId="{A8128036-15EE-4CF5-98C3-9EF7CEED63D2}" destId="{072E6BDD-1450-402E-BAEB-5DB861AF44FB}" srcOrd="5" destOrd="0" presId="urn:microsoft.com/office/officeart/2024/3/layout/SimpleTimelineDefaultVariant"/>
    <dgm:cxn modelId="{773D48F7-933E-40F3-9088-D7AB708134A4}" type="presParOf" srcId="{A7AE47DD-8DEC-4B56-9367-A4C3486B2D96}" destId="{5A7388C4-41A3-43F5-B3C6-DDB3A8603445}" srcOrd="15" destOrd="0" presId="urn:microsoft.com/office/officeart/2024/3/layout/SimpleTimelineDefaultVariant"/>
    <dgm:cxn modelId="{471F4408-2E51-42CB-B3AC-62DF759BE5A6}" type="presParOf" srcId="{A7AE47DD-8DEC-4B56-9367-A4C3486B2D96}" destId="{74DB8074-80D3-46F2-A830-A2DC90F1DFAA}" srcOrd="16" destOrd="0" presId="urn:microsoft.com/office/officeart/2024/3/layout/SimpleTimelineDefaultVariant"/>
    <dgm:cxn modelId="{F1175896-AB27-46CA-BF6A-F22D79E97DED}" type="presParOf" srcId="{74DB8074-80D3-46F2-A830-A2DC90F1DFAA}" destId="{9BB3C788-AA58-4F5F-8A6D-A60C9532CA19}" srcOrd="0" destOrd="0" presId="urn:microsoft.com/office/officeart/2024/3/layout/SimpleTimelineDefaultVariant"/>
    <dgm:cxn modelId="{A319AADA-6B9A-4417-8982-B400A3741757}" type="presParOf" srcId="{74DB8074-80D3-46F2-A830-A2DC90F1DFAA}" destId="{7B9B8533-85EC-4005-AC64-1DD2C46CEC69}" srcOrd="1" destOrd="0" presId="urn:microsoft.com/office/officeart/2024/3/layout/SimpleTimelineDefaultVariant"/>
    <dgm:cxn modelId="{8BF2C791-AE08-4911-A839-8B1888F17CB5}" type="presParOf" srcId="{7B9B8533-85EC-4005-AC64-1DD2C46CEC69}" destId="{059BBBA0-1B9D-459F-B683-D9B2569B7C77}" srcOrd="0" destOrd="0" presId="urn:microsoft.com/office/officeart/2024/3/layout/SimpleTimelineDefaultVariant"/>
    <dgm:cxn modelId="{3AB91338-C71E-4DCF-B58F-492D2BBDBFD8}" type="presParOf" srcId="{7B9B8533-85EC-4005-AC64-1DD2C46CEC69}" destId="{07810BAD-7C27-4B92-8A2F-3AF8C43299A4}" srcOrd="1" destOrd="0" presId="urn:microsoft.com/office/officeart/2024/3/layout/SimpleTimelineDefaultVariant"/>
    <dgm:cxn modelId="{DEA143DF-D778-4213-9A14-520A369650B2}" type="presParOf" srcId="{74DB8074-80D3-46F2-A830-A2DC90F1DFAA}" destId="{8856F641-5AF7-47BA-A209-2B22B4F805C5}" srcOrd="2" destOrd="0" presId="urn:microsoft.com/office/officeart/2024/3/layout/SimpleTimelineDefaultVariant"/>
    <dgm:cxn modelId="{9BD6B09D-0473-4608-9A88-52B3D61ADEE9}" type="presParOf" srcId="{74DB8074-80D3-46F2-A830-A2DC90F1DFAA}" destId="{B90CCDB7-A22D-435B-A71D-A17495939312}" srcOrd="3" destOrd="0" presId="urn:microsoft.com/office/officeart/2024/3/layout/SimpleTimelineDefaultVariant"/>
    <dgm:cxn modelId="{99AEEECD-9906-4188-B68B-A8B47B2CD47B}" type="presParOf" srcId="{74DB8074-80D3-46F2-A830-A2DC90F1DFAA}" destId="{9411B524-14FF-4708-9D36-E6AFEE8156B3}" srcOrd="4" destOrd="0" presId="urn:microsoft.com/office/officeart/2024/3/layout/SimpleTimelineDefaultVariant"/>
    <dgm:cxn modelId="{A7115E81-2681-4B9A-877A-CB5ACF31520C}" type="presParOf" srcId="{74DB8074-80D3-46F2-A830-A2DC90F1DFAA}" destId="{05B0A80E-3202-4F78-95AF-94C70A20A2D8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58AC73-7478-40D4-9663-0456D8FBE9B6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D8FB8A8-512F-4E70-9C3D-53A90BFE7D65}">
      <dgm:prSet/>
      <dgm:spPr/>
      <dgm:t>
        <a:bodyPr/>
        <a:lstStyle/>
        <a:p>
          <a:r>
            <a:rPr lang="es-ES"/>
            <a:t>Reintenta / falla con mensaje (hoy: falla y se detiene)</a:t>
          </a:r>
          <a:endParaRPr lang="en-US"/>
        </a:p>
      </dgm:t>
    </dgm:pt>
    <dgm:pt modelId="{C5F30D1E-E17C-4E49-BEA3-AD073DB78313}" type="parTrans" cxnId="{B87D59DF-CB26-467B-92ED-46AE1161E235}">
      <dgm:prSet/>
      <dgm:spPr/>
      <dgm:t>
        <a:bodyPr/>
        <a:lstStyle/>
        <a:p>
          <a:endParaRPr lang="en-US"/>
        </a:p>
      </dgm:t>
    </dgm:pt>
    <dgm:pt modelId="{40CD4138-AAC2-4DD6-9B39-1C35AA791CBC}" type="sibTrans" cxnId="{B87D59DF-CB26-467B-92ED-46AE1161E235}">
      <dgm:prSet/>
      <dgm:spPr/>
      <dgm:t>
        <a:bodyPr/>
        <a:lstStyle/>
        <a:p>
          <a:endParaRPr lang="en-US"/>
        </a:p>
      </dgm:t>
    </dgm:pt>
    <dgm:pt modelId="{CE062C52-AFE0-48C1-A8E4-FBB26E6F79E5}">
      <dgm:prSet/>
      <dgm:spPr/>
      <dgm:t>
        <a:bodyPr/>
        <a:lstStyle/>
        <a:p>
          <a:r>
            <a:rPr lang="es-ES"/>
            <a:t>Mide tiempo y deja evidencia</a:t>
          </a:r>
          <a:endParaRPr lang="en-US"/>
        </a:p>
      </dgm:t>
    </dgm:pt>
    <dgm:pt modelId="{6FA2CADF-1C2C-418B-90B1-F48091283197}" type="parTrans" cxnId="{DD0D514F-7A81-49E9-95B2-A3DE3AF04D93}">
      <dgm:prSet/>
      <dgm:spPr/>
      <dgm:t>
        <a:bodyPr/>
        <a:lstStyle/>
        <a:p>
          <a:endParaRPr lang="en-US"/>
        </a:p>
      </dgm:t>
    </dgm:pt>
    <dgm:pt modelId="{80660C43-D0FF-41EE-BAC1-74096BF68D17}" type="sibTrans" cxnId="{DD0D514F-7A81-49E9-95B2-A3DE3AF04D93}">
      <dgm:prSet/>
      <dgm:spPr/>
      <dgm:t>
        <a:bodyPr/>
        <a:lstStyle/>
        <a:p>
          <a:endParaRPr lang="en-US"/>
        </a:p>
      </dgm:t>
    </dgm:pt>
    <dgm:pt modelId="{CC660A8C-8230-4B7A-BE80-EC53D448CB43}" type="pres">
      <dgm:prSet presAssocID="{0558AC73-7478-40D4-9663-0456D8FBE9B6}" presName="Name0" presStyleCnt="0">
        <dgm:presLayoutVars>
          <dgm:dir/>
          <dgm:animLvl val="lvl"/>
          <dgm:resizeHandles val="exact"/>
        </dgm:presLayoutVars>
      </dgm:prSet>
      <dgm:spPr/>
    </dgm:pt>
    <dgm:pt modelId="{383BD6FD-4215-42A8-8776-AD0EE6E9C528}" type="pres">
      <dgm:prSet presAssocID="{DD8FB8A8-512F-4E70-9C3D-53A90BFE7D65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355ED418-6A47-4001-817B-ADB05CFCDEB4}" type="pres">
      <dgm:prSet presAssocID="{40CD4138-AAC2-4DD6-9B39-1C35AA791CBC}" presName="parTxOnlySpace" presStyleCnt="0"/>
      <dgm:spPr/>
    </dgm:pt>
    <dgm:pt modelId="{BBF435FB-8E64-4753-A873-2308FBE6AFAB}" type="pres">
      <dgm:prSet presAssocID="{CE062C52-AFE0-48C1-A8E4-FBB26E6F79E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901A9A65-CA43-46B8-AFB6-3A74A974934B}" type="presOf" srcId="{CE062C52-AFE0-48C1-A8E4-FBB26E6F79E5}" destId="{BBF435FB-8E64-4753-A873-2308FBE6AFAB}" srcOrd="0" destOrd="0" presId="urn:microsoft.com/office/officeart/2005/8/layout/chevron1"/>
    <dgm:cxn modelId="{DD0D514F-7A81-49E9-95B2-A3DE3AF04D93}" srcId="{0558AC73-7478-40D4-9663-0456D8FBE9B6}" destId="{CE062C52-AFE0-48C1-A8E4-FBB26E6F79E5}" srcOrd="1" destOrd="0" parTransId="{6FA2CADF-1C2C-418B-90B1-F48091283197}" sibTransId="{80660C43-D0FF-41EE-BAC1-74096BF68D17}"/>
    <dgm:cxn modelId="{9DAE7280-1E47-40F7-B91B-690D874B772A}" type="presOf" srcId="{DD8FB8A8-512F-4E70-9C3D-53A90BFE7D65}" destId="{383BD6FD-4215-42A8-8776-AD0EE6E9C528}" srcOrd="0" destOrd="0" presId="urn:microsoft.com/office/officeart/2005/8/layout/chevron1"/>
    <dgm:cxn modelId="{B87D59DF-CB26-467B-92ED-46AE1161E235}" srcId="{0558AC73-7478-40D4-9663-0456D8FBE9B6}" destId="{DD8FB8A8-512F-4E70-9C3D-53A90BFE7D65}" srcOrd="0" destOrd="0" parTransId="{C5F30D1E-E17C-4E49-BEA3-AD073DB78313}" sibTransId="{40CD4138-AAC2-4DD6-9B39-1C35AA791CBC}"/>
    <dgm:cxn modelId="{F84B4AE3-F188-470E-BBF2-C702E6EC2925}" type="presOf" srcId="{0558AC73-7478-40D4-9663-0456D8FBE9B6}" destId="{CC660A8C-8230-4B7A-BE80-EC53D448CB43}" srcOrd="0" destOrd="0" presId="urn:microsoft.com/office/officeart/2005/8/layout/chevron1"/>
    <dgm:cxn modelId="{9C29823E-73E4-4A74-A538-A51B50B67272}" type="presParOf" srcId="{CC660A8C-8230-4B7A-BE80-EC53D448CB43}" destId="{383BD6FD-4215-42A8-8776-AD0EE6E9C528}" srcOrd="0" destOrd="0" presId="urn:microsoft.com/office/officeart/2005/8/layout/chevron1"/>
    <dgm:cxn modelId="{8AE38544-5448-4A51-B6D5-CB3DF5CFFB95}" type="presParOf" srcId="{CC660A8C-8230-4B7A-BE80-EC53D448CB43}" destId="{355ED418-6A47-4001-817B-ADB05CFCDEB4}" srcOrd="1" destOrd="0" presId="urn:microsoft.com/office/officeart/2005/8/layout/chevron1"/>
    <dgm:cxn modelId="{FB192819-9086-42F8-A89A-5A0777E74345}" type="presParOf" srcId="{CC660A8C-8230-4B7A-BE80-EC53D448CB43}" destId="{BBF435FB-8E64-4753-A873-2308FBE6AFAB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453691-85F6-4639-8BF0-92B52EF2043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6BF5B4-6F9D-4D33-9E67-DC7076A8B3A2}">
      <dgm:prSet/>
      <dgm:spPr/>
      <dgm:t>
        <a:bodyPr/>
        <a:lstStyle/>
        <a:p>
          <a:pPr>
            <a:defRPr cap="all"/>
          </a:pPr>
          <a:r>
            <a:rPr lang="es-ES"/>
            <a:t>Duración por etapa (timings)</a:t>
          </a:r>
          <a:endParaRPr lang="en-US"/>
        </a:p>
      </dgm:t>
    </dgm:pt>
    <dgm:pt modelId="{0386EF52-0786-4C9E-AD3F-1A8FEA7F6C87}" type="parTrans" cxnId="{05415D71-055F-4FC1-8F50-6CA3CB2275A1}">
      <dgm:prSet/>
      <dgm:spPr/>
      <dgm:t>
        <a:bodyPr/>
        <a:lstStyle/>
        <a:p>
          <a:endParaRPr lang="en-US"/>
        </a:p>
      </dgm:t>
    </dgm:pt>
    <dgm:pt modelId="{5E775AD3-191A-41B8-88C0-64533600AF45}" type="sibTrans" cxnId="{05415D71-055F-4FC1-8F50-6CA3CB2275A1}">
      <dgm:prSet/>
      <dgm:spPr/>
      <dgm:t>
        <a:bodyPr/>
        <a:lstStyle/>
        <a:p>
          <a:endParaRPr lang="en-US"/>
        </a:p>
      </dgm:t>
    </dgm:pt>
    <dgm:pt modelId="{A5EDD302-E86F-4DCF-9B7D-D2DF981FD094}">
      <dgm:prSet/>
      <dgm:spPr/>
      <dgm:t>
        <a:bodyPr/>
        <a:lstStyle/>
        <a:p>
          <a:pPr>
            <a:defRPr cap="all"/>
          </a:pPr>
          <a:r>
            <a:rPr lang="es-ES"/>
            <a:t>Conteos de tablas clave (sanity checks)</a:t>
          </a:r>
          <a:endParaRPr lang="en-US"/>
        </a:p>
      </dgm:t>
    </dgm:pt>
    <dgm:pt modelId="{AA0562A8-AD4B-49D6-A0AD-E692F4A65C42}" type="parTrans" cxnId="{D4AE150C-10C2-486F-B3FE-1066B1028767}">
      <dgm:prSet/>
      <dgm:spPr/>
      <dgm:t>
        <a:bodyPr/>
        <a:lstStyle/>
        <a:p>
          <a:endParaRPr lang="en-US"/>
        </a:p>
      </dgm:t>
    </dgm:pt>
    <dgm:pt modelId="{481AF42B-BECE-483E-BA62-8DFF6090B0F4}" type="sibTrans" cxnId="{D4AE150C-10C2-486F-B3FE-1066B1028767}">
      <dgm:prSet/>
      <dgm:spPr/>
      <dgm:t>
        <a:bodyPr/>
        <a:lstStyle/>
        <a:p>
          <a:endParaRPr lang="en-US"/>
        </a:p>
      </dgm:t>
    </dgm:pt>
    <dgm:pt modelId="{C7739FA8-81CF-47FA-8B64-410D624A9617}">
      <dgm:prSet/>
      <dgm:spPr/>
      <dgm:t>
        <a:bodyPr/>
        <a:lstStyle/>
        <a:p>
          <a:pPr>
            <a:defRPr cap="all"/>
          </a:pPr>
          <a:r>
            <a:rPr lang="es-ES"/>
            <a:t>Tamaño de artifacts (bytes)</a:t>
          </a:r>
          <a:endParaRPr lang="en-US"/>
        </a:p>
      </dgm:t>
    </dgm:pt>
    <dgm:pt modelId="{9B75014B-C89A-496E-82E5-91B6A5961E6C}" type="parTrans" cxnId="{1E042931-3341-4BCF-B866-DA9F651AAE4E}">
      <dgm:prSet/>
      <dgm:spPr/>
      <dgm:t>
        <a:bodyPr/>
        <a:lstStyle/>
        <a:p>
          <a:endParaRPr lang="en-US"/>
        </a:p>
      </dgm:t>
    </dgm:pt>
    <dgm:pt modelId="{656E7F5B-8F38-4B59-99D0-724A77609E99}" type="sibTrans" cxnId="{1E042931-3341-4BCF-B866-DA9F651AAE4E}">
      <dgm:prSet/>
      <dgm:spPr/>
      <dgm:t>
        <a:bodyPr/>
        <a:lstStyle/>
        <a:p>
          <a:endParaRPr lang="en-US"/>
        </a:p>
      </dgm:t>
    </dgm:pt>
    <dgm:pt modelId="{B2692C9C-F080-4876-B8ED-9A9451CE05AC}" type="pres">
      <dgm:prSet presAssocID="{00453691-85F6-4639-8BF0-92B52EF20431}" presName="root" presStyleCnt="0">
        <dgm:presLayoutVars>
          <dgm:dir/>
          <dgm:resizeHandles val="exact"/>
        </dgm:presLayoutVars>
      </dgm:prSet>
      <dgm:spPr/>
    </dgm:pt>
    <dgm:pt modelId="{32F7A941-D68B-4B44-A935-D0C8A2BB30B2}" type="pres">
      <dgm:prSet presAssocID="{FF6BF5B4-6F9D-4D33-9E67-DC7076A8B3A2}" presName="compNode" presStyleCnt="0"/>
      <dgm:spPr/>
    </dgm:pt>
    <dgm:pt modelId="{EA1CB4C4-2086-4A2F-B10C-BA09DEF97039}" type="pres">
      <dgm:prSet presAssocID="{FF6BF5B4-6F9D-4D33-9E67-DC7076A8B3A2}" presName="iconBgRect" presStyleLbl="bgShp" presStyleIdx="0" presStyleCnt="3"/>
      <dgm:spPr/>
    </dgm:pt>
    <dgm:pt modelId="{E50C5565-E093-434F-AF25-53608FDD6EAF}" type="pres">
      <dgm:prSet presAssocID="{FF6BF5B4-6F9D-4D33-9E67-DC7076A8B3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oj de arena terminado"/>
        </a:ext>
      </dgm:extLst>
    </dgm:pt>
    <dgm:pt modelId="{9EE168EE-1F53-4EC1-B6F9-54090986A89F}" type="pres">
      <dgm:prSet presAssocID="{FF6BF5B4-6F9D-4D33-9E67-DC7076A8B3A2}" presName="spaceRect" presStyleCnt="0"/>
      <dgm:spPr/>
    </dgm:pt>
    <dgm:pt modelId="{A601431E-D938-41F8-9964-6ED7B1CDA6AA}" type="pres">
      <dgm:prSet presAssocID="{FF6BF5B4-6F9D-4D33-9E67-DC7076A8B3A2}" presName="textRect" presStyleLbl="revTx" presStyleIdx="0" presStyleCnt="3">
        <dgm:presLayoutVars>
          <dgm:chMax val="1"/>
          <dgm:chPref val="1"/>
        </dgm:presLayoutVars>
      </dgm:prSet>
      <dgm:spPr/>
    </dgm:pt>
    <dgm:pt modelId="{4272B40A-E292-459A-91ED-A93642740970}" type="pres">
      <dgm:prSet presAssocID="{5E775AD3-191A-41B8-88C0-64533600AF45}" presName="sibTrans" presStyleCnt="0"/>
      <dgm:spPr/>
    </dgm:pt>
    <dgm:pt modelId="{6DF2FC66-D4EF-477F-8D81-1F279DEF95E3}" type="pres">
      <dgm:prSet presAssocID="{A5EDD302-E86F-4DCF-9B7D-D2DF981FD094}" presName="compNode" presStyleCnt="0"/>
      <dgm:spPr/>
    </dgm:pt>
    <dgm:pt modelId="{28236C75-D53F-4855-9456-A3A8F335B9A8}" type="pres">
      <dgm:prSet presAssocID="{A5EDD302-E86F-4DCF-9B7D-D2DF981FD094}" presName="iconBgRect" presStyleLbl="bgShp" presStyleIdx="1" presStyleCnt="3"/>
      <dgm:spPr/>
    </dgm:pt>
    <dgm:pt modelId="{77302009-5B2C-43F4-A7EF-E3A27C9ABB4E}" type="pres">
      <dgm:prSet presAssocID="{A5EDD302-E86F-4DCF-9B7D-D2DF981FD09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12FE2FE6-8110-4BD4-B484-48A5943763B4}" type="pres">
      <dgm:prSet presAssocID="{A5EDD302-E86F-4DCF-9B7D-D2DF981FD094}" presName="spaceRect" presStyleCnt="0"/>
      <dgm:spPr/>
    </dgm:pt>
    <dgm:pt modelId="{51AF9B12-4308-4719-B523-FBBFF00F71F6}" type="pres">
      <dgm:prSet presAssocID="{A5EDD302-E86F-4DCF-9B7D-D2DF981FD094}" presName="textRect" presStyleLbl="revTx" presStyleIdx="1" presStyleCnt="3">
        <dgm:presLayoutVars>
          <dgm:chMax val="1"/>
          <dgm:chPref val="1"/>
        </dgm:presLayoutVars>
      </dgm:prSet>
      <dgm:spPr/>
    </dgm:pt>
    <dgm:pt modelId="{0D0598CD-D841-4A8A-8CA6-37640D8FD347}" type="pres">
      <dgm:prSet presAssocID="{481AF42B-BECE-483E-BA62-8DFF6090B0F4}" presName="sibTrans" presStyleCnt="0"/>
      <dgm:spPr/>
    </dgm:pt>
    <dgm:pt modelId="{EACA7277-A1A1-48DD-B72E-875A7A8E9995}" type="pres">
      <dgm:prSet presAssocID="{C7739FA8-81CF-47FA-8B64-410D624A9617}" presName="compNode" presStyleCnt="0"/>
      <dgm:spPr/>
    </dgm:pt>
    <dgm:pt modelId="{7505CED7-B9F9-4851-B160-CCDEBA0666C1}" type="pres">
      <dgm:prSet presAssocID="{C7739FA8-81CF-47FA-8B64-410D624A9617}" presName="iconBgRect" presStyleLbl="bgShp" presStyleIdx="2" presStyleCnt="3"/>
      <dgm:spPr/>
    </dgm:pt>
    <dgm:pt modelId="{18F93276-D669-448F-BA48-EE84A3B292F6}" type="pres">
      <dgm:prSet presAssocID="{C7739FA8-81CF-47FA-8B64-410D624A96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EFFAC642-1F8E-45B5-8262-D7ED7D3CA2E5}" type="pres">
      <dgm:prSet presAssocID="{C7739FA8-81CF-47FA-8B64-410D624A9617}" presName="spaceRect" presStyleCnt="0"/>
      <dgm:spPr/>
    </dgm:pt>
    <dgm:pt modelId="{D0FDF874-BE0D-4166-B76B-1D87BF2D0520}" type="pres">
      <dgm:prSet presAssocID="{C7739FA8-81CF-47FA-8B64-410D624A96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4AE150C-10C2-486F-B3FE-1066B1028767}" srcId="{00453691-85F6-4639-8BF0-92B52EF20431}" destId="{A5EDD302-E86F-4DCF-9B7D-D2DF981FD094}" srcOrd="1" destOrd="0" parTransId="{AA0562A8-AD4B-49D6-A0AD-E692F4A65C42}" sibTransId="{481AF42B-BECE-483E-BA62-8DFF6090B0F4}"/>
    <dgm:cxn modelId="{1E042931-3341-4BCF-B866-DA9F651AAE4E}" srcId="{00453691-85F6-4639-8BF0-92B52EF20431}" destId="{C7739FA8-81CF-47FA-8B64-410D624A9617}" srcOrd="2" destOrd="0" parTransId="{9B75014B-C89A-496E-82E5-91B6A5961E6C}" sibTransId="{656E7F5B-8F38-4B59-99D0-724A77609E99}"/>
    <dgm:cxn modelId="{25E7E46D-B655-46B3-8145-7DED3DBBB42A}" type="presOf" srcId="{A5EDD302-E86F-4DCF-9B7D-D2DF981FD094}" destId="{51AF9B12-4308-4719-B523-FBBFF00F71F6}" srcOrd="0" destOrd="0" presId="urn:microsoft.com/office/officeart/2018/5/layout/IconCircleLabelList"/>
    <dgm:cxn modelId="{05415D71-055F-4FC1-8F50-6CA3CB2275A1}" srcId="{00453691-85F6-4639-8BF0-92B52EF20431}" destId="{FF6BF5B4-6F9D-4D33-9E67-DC7076A8B3A2}" srcOrd="0" destOrd="0" parTransId="{0386EF52-0786-4C9E-AD3F-1A8FEA7F6C87}" sibTransId="{5E775AD3-191A-41B8-88C0-64533600AF45}"/>
    <dgm:cxn modelId="{34041758-5AC0-4295-BD27-381FBB37E123}" type="presOf" srcId="{FF6BF5B4-6F9D-4D33-9E67-DC7076A8B3A2}" destId="{A601431E-D938-41F8-9964-6ED7B1CDA6AA}" srcOrd="0" destOrd="0" presId="urn:microsoft.com/office/officeart/2018/5/layout/IconCircleLabelList"/>
    <dgm:cxn modelId="{283A57A6-610E-488C-AD13-693D6B5239F7}" type="presOf" srcId="{C7739FA8-81CF-47FA-8B64-410D624A9617}" destId="{D0FDF874-BE0D-4166-B76B-1D87BF2D0520}" srcOrd="0" destOrd="0" presId="urn:microsoft.com/office/officeart/2018/5/layout/IconCircleLabelList"/>
    <dgm:cxn modelId="{4506E6CF-2C24-422D-9812-998EDC72B3FC}" type="presOf" srcId="{00453691-85F6-4639-8BF0-92B52EF20431}" destId="{B2692C9C-F080-4876-B8ED-9A9451CE05AC}" srcOrd="0" destOrd="0" presId="urn:microsoft.com/office/officeart/2018/5/layout/IconCircleLabelList"/>
    <dgm:cxn modelId="{487D1061-1FC1-48F4-B7CB-70E1079A4C77}" type="presParOf" srcId="{B2692C9C-F080-4876-B8ED-9A9451CE05AC}" destId="{32F7A941-D68B-4B44-A935-D0C8A2BB30B2}" srcOrd="0" destOrd="0" presId="urn:microsoft.com/office/officeart/2018/5/layout/IconCircleLabelList"/>
    <dgm:cxn modelId="{41C51AA9-B672-4A85-908B-1EFAC3398646}" type="presParOf" srcId="{32F7A941-D68B-4B44-A935-D0C8A2BB30B2}" destId="{EA1CB4C4-2086-4A2F-B10C-BA09DEF97039}" srcOrd="0" destOrd="0" presId="urn:microsoft.com/office/officeart/2018/5/layout/IconCircleLabelList"/>
    <dgm:cxn modelId="{9ED48084-7175-4A5F-BA64-2E7E56A4AEEF}" type="presParOf" srcId="{32F7A941-D68B-4B44-A935-D0C8A2BB30B2}" destId="{E50C5565-E093-434F-AF25-53608FDD6EAF}" srcOrd="1" destOrd="0" presId="urn:microsoft.com/office/officeart/2018/5/layout/IconCircleLabelList"/>
    <dgm:cxn modelId="{FE65FDE9-E104-4BDE-BD6D-5497319A35C7}" type="presParOf" srcId="{32F7A941-D68B-4B44-A935-D0C8A2BB30B2}" destId="{9EE168EE-1F53-4EC1-B6F9-54090986A89F}" srcOrd="2" destOrd="0" presId="urn:microsoft.com/office/officeart/2018/5/layout/IconCircleLabelList"/>
    <dgm:cxn modelId="{D37CB41C-93B4-41A1-9CCD-60B9D6B31197}" type="presParOf" srcId="{32F7A941-D68B-4B44-A935-D0C8A2BB30B2}" destId="{A601431E-D938-41F8-9964-6ED7B1CDA6AA}" srcOrd="3" destOrd="0" presId="urn:microsoft.com/office/officeart/2018/5/layout/IconCircleLabelList"/>
    <dgm:cxn modelId="{0BF2B7BB-A08F-491D-AB06-6D0745A3EAFB}" type="presParOf" srcId="{B2692C9C-F080-4876-B8ED-9A9451CE05AC}" destId="{4272B40A-E292-459A-91ED-A93642740970}" srcOrd="1" destOrd="0" presId="urn:microsoft.com/office/officeart/2018/5/layout/IconCircleLabelList"/>
    <dgm:cxn modelId="{07C3BD90-230B-41F2-B948-DA18DA225BDC}" type="presParOf" srcId="{B2692C9C-F080-4876-B8ED-9A9451CE05AC}" destId="{6DF2FC66-D4EF-477F-8D81-1F279DEF95E3}" srcOrd="2" destOrd="0" presId="urn:microsoft.com/office/officeart/2018/5/layout/IconCircleLabelList"/>
    <dgm:cxn modelId="{76C33DD6-5B16-4950-8759-3DF7AF57CD47}" type="presParOf" srcId="{6DF2FC66-D4EF-477F-8D81-1F279DEF95E3}" destId="{28236C75-D53F-4855-9456-A3A8F335B9A8}" srcOrd="0" destOrd="0" presId="urn:microsoft.com/office/officeart/2018/5/layout/IconCircleLabelList"/>
    <dgm:cxn modelId="{4FA1A83B-D066-44E6-99B4-FEE8C4E96EE8}" type="presParOf" srcId="{6DF2FC66-D4EF-477F-8D81-1F279DEF95E3}" destId="{77302009-5B2C-43F4-A7EF-E3A27C9ABB4E}" srcOrd="1" destOrd="0" presId="urn:microsoft.com/office/officeart/2018/5/layout/IconCircleLabelList"/>
    <dgm:cxn modelId="{31A7C12B-8DF1-4C94-8A59-18AC26BAE2EB}" type="presParOf" srcId="{6DF2FC66-D4EF-477F-8D81-1F279DEF95E3}" destId="{12FE2FE6-8110-4BD4-B484-48A5943763B4}" srcOrd="2" destOrd="0" presId="urn:microsoft.com/office/officeart/2018/5/layout/IconCircleLabelList"/>
    <dgm:cxn modelId="{932685E6-D156-4CE8-9994-378280100533}" type="presParOf" srcId="{6DF2FC66-D4EF-477F-8D81-1F279DEF95E3}" destId="{51AF9B12-4308-4719-B523-FBBFF00F71F6}" srcOrd="3" destOrd="0" presId="urn:microsoft.com/office/officeart/2018/5/layout/IconCircleLabelList"/>
    <dgm:cxn modelId="{32F4F723-11FE-4269-83E2-22107B42B1C5}" type="presParOf" srcId="{B2692C9C-F080-4876-B8ED-9A9451CE05AC}" destId="{0D0598CD-D841-4A8A-8CA6-37640D8FD347}" srcOrd="3" destOrd="0" presId="urn:microsoft.com/office/officeart/2018/5/layout/IconCircleLabelList"/>
    <dgm:cxn modelId="{9352C548-ABAE-48EF-8450-3C57F9DF78CA}" type="presParOf" srcId="{B2692C9C-F080-4876-B8ED-9A9451CE05AC}" destId="{EACA7277-A1A1-48DD-B72E-875A7A8E9995}" srcOrd="4" destOrd="0" presId="urn:microsoft.com/office/officeart/2018/5/layout/IconCircleLabelList"/>
    <dgm:cxn modelId="{A140954E-A14F-491E-99CF-7EFD281EEE85}" type="presParOf" srcId="{EACA7277-A1A1-48DD-B72E-875A7A8E9995}" destId="{7505CED7-B9F9-4851-B160-CCDEBA0666C1}" srcOrd="0" destOrd="0" presId="urn:microsoft.com/office/officeart/2018/5/layout/IconCircleLabelList"/>
    <dgm:cxn modelId="{1CCD0C36-F28A-44DD-BFB6-1F31634AF689}" type="presParOf" srcId="{EACA7277-A1A1-48DD-B72E-875A7A8E9995}" destId="{18F93276-D669-448F-BA48-EE84A3B292F6}" srcOrd="1" destOrd="0" presId="urn:microsoft.com/office/officeart/2018/5/layout/IconCircleLabelList"/>
    <dgm:cxn modelId="{AE71FDDC-2AF3-4DCB-B3AD-54F09826C383}" type="presParOf" srcId="{EACA7277-A1A1-48DD-B72E-875A7A8E9995}" destId="{EFFAC642-1F8E-45B5-8262-D7ED7D3CA2E5}" srcOrd="2" destOrd="0" presId="urn:microsoft.com/office/officeart/2018/5/layout/IconCircleLabelList"/>
    <dgm:cxn modelId="{1DDA9B68-3CB9-43D2-99A9-F7F256FBA77C}" type="presParOf" srcId="{EACA7277-A1A1-48DD-B72E-875A7A8E9995}" destId="{D0FDF874-BE0D-4166-B76B-1D87BF2D052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10088" y="829551"/>
          <a:ext cx="1665410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10088" y="829551"/>
        <a:ext cx="1665410" cy="1203663"/>
      </dsp:txXfrm>
    </dsp:sp>
    <dsp:sp modelId="{01E41ACE-E33B-41B9-A714-73522D3F7C76}">
      <dsp:nvSpPr>
        <dsp:cNvPr id="0" name=""/>
        <dsp:cNvSpPr/>
      </dsp:nvSpPr>
      <dsp:spPr>
        <a:xfrm>
          <a:off x="410088" y="406643"/>
          <a:ext cx="1665410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10088" y="406643"/>
        <a:ext cx="1665410" cy="422908"/>
      </dsp:txXfrm>
    </dsp:sp>
    <dsp:sp modelId="{CEE8CE24-AD73-4777-BAB3-4A5D9CE74308}">
      <dsp:nvSpPr>
        <dsp:cNvPr id="0" name=""/>
        <dsp:cNvSpPr/>
      </dsp:nvSpPr>
      <dsp:spPr>
        <a:xfrm>
          <a:off x="205560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65444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1442440" y="3009158"/>
          <a:ext cx="1665410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SQL básico</a:t>
          </a:r>
          <a:endParaRPr lang="es-CO" sz="1500" kern="1200" dirty="0"/>
        </a:p>
      </dsp:txBody>
      <dsp:txXfrm>
        <a:off x="1442440" y="3009158"/>
        <a:ext cx="1665410" cy="650628"/>
      </dsp:txXfrm>
    </dsp:sp>
    <dsp:sp modelId="{89EF5014-7ECE-4300-A882-B69FFA73745D}">
      <dsp:nvSpPr>
        <dsp:cNvPr id="0" name=""/>
        <dsp:cNvSpPr/>
      </dsp:nvSpPr>
      <dsp:spPr>
        <a:xfrm>
          <a:off x="1442440" y="2602515"/>
          <a:ext cx="1665410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1442440" y="2602515"/>
        <a:ext cx="1665410" cy="406643"/>
      </dsp:txXfrm>
    </dsp:sp>
    <dsp:sp modelId="{7FC7980B-78D1-4A8D-9208-76052E50D81B}">
      <dsp:nvSpPr>
        <dsp:cNvPr id="0" name=""/>
        <dsp:cNvSpPr/>
      </dsp:nvSpPr>
      <dsp:spPr>
        <a:xfrm>
          <a:off x="1237912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197797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3ADDC-85D4-4DBF-83AE-CB3AB9747E6D}">
      <dsp:nvSpPr>
        <dsp:cNvPr id="0" name=""/>
        <dsp:cNvSpPr/>
      </dsp:nvSpPr>
      <dsp:spPr>
        <a:xfrm>
          <a:off x="2474793" y="829551"/>
          <a:ext cx="1665410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2474793" y="829551"/>
        <a:ext cx="1665410" cy="1203663"/>
      </dsp:txXfrm>
    </dsp:sp>
    <dsp:sp modelId="{F60B4A9E-2A40-44D1-A1A8-F4A47B5C2960}">
      <dsp:nvSpPr>
        <dsp:cNvPr id="0" name=""/>
        <dsp:cNvSpPr/>
      </dsp:nvSpPr>
      <dsp:spPr>
        <a:xfrm>
          <a:off x="2474793" y="406643"/>
          <a:ext cx="1665410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/>
            <a:t>W03</a:t>
          </a:r>
          <a:endParaRPr lang="es-CO" sz="2000" kern="1200" dirty="0"/>
        </a:p>
      </dsp:txBody>
      <dsp:txXfrm>
        <a:off x="2474793" y="406643"/>
        <a:ext cx="1665410" cy="422908"/>
      </dsp:txXfrm>
    </dsp:sp>
    <dsp:sp modelId="{46D358C1-2023-4C84-9A53-DF8EDD80A1F7}">
      <dsp:nvSpPr>
        <dsp:cNvPr id="0" name=""/>
        <dsp:cNvSpPr/>
      </dsp:nvSpPr>
      <dsp:spPr>
        <a:xfrm>
          <a:off x="2270265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3B44FD-CD55-49A1-9D46-7D8BE7ECC7DC}">
      <dsp:nvSpPr>
        <dsp:cNvPr id="0" name=""/>
        <dsp:cNvSpPr/>
      </dsp:nvSpPr>
      <dsp:spPr>
        <a:xfrm>
          <a:off x="2230149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3507145" y="3009158"/>
          <a:ext cx="1665410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3507145" y="3009158"/>
        <a:ext cx="1665410" cy="650628"/>
      </dsp:txXfrm>
    </dsp:sp>
    <dsp:sp modelId="{2664027A-B5AC-41CA-A071-5DF0CF1E8120}">
      <dsp:nvSpPr>
        <dsp:cNvPr id="0" name=""/>
        <dsp:cNvSpPr/>
      </dsp:nvSpPr>
      <dsp:spPr>
        <a:xfrm>
          <a:off x="3507145" y="2602515"/>
          <a:ext cx="1665410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3507145" y="2602515"/>
        <a:ext cx="1665410" cy="406643"/>
      </dsp:txXfrm>
    </dsp:sp>
    <dsp:sp modelId="{6F004247-9FD8-4E6D-9363-DE121E4356A0}">
      <dsp:nvSpPr>
        <dsp:cNvPr id="0" name=""/>
        <dsp:cNvSpPr/>
      </dsp:nvSpPr>
      <dsp:spPr>
        <a:xfrm>
          <a:off x="3302617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3262502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4539498" y="829551"/>
          <a:ext cx="1665410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4539498" y="829551"/>
        <a:ext cx="1665410" cy="1203663"/>
      </dsp:txXfrm>
    </dsp:sp>
    <dsp:sp modelId="{EE41F65A-AA70-4EE3-81F3-A539EF20984B}">
      <dsp:nvSpPr>
        <dsp:cNvPr id="0" name=""/>
        <dsp:cNvSpPr/>
      </dsp:nvSpPr>
      <dsp:spPr>
        <a:xfrm>
          <a:off x="4539498" y="406643"/>
          <a:ext cx="1665410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</a:t>
          </a:r>
        </a:p>
      </dsp:txBody>
      <dsp:txXfrm>
        <a:off x="4539498" y="406643"/>
        <a:ext cx="1665410" cy="422908"/>
      </dsp:txXfrm>
    </dsp:sp>
    <dsp:sp modelId="{E28909AF-007C-49D7-8958-97FF1699473D}">
      <dsp:nvSpPr>
        <dsp:cNvPr id="0" name=""/>
        <dsp:cNvSpPr/>
      </dsp:nvSpPr>
      <dsp:spPr>
        <a:xfrm>
          <a:off x="4334969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4294854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5571850" y="3009158"/>
          <a:ext cx="1665410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Diseño relacional mínimo (PK/FK + llaves)</a:t>
          </a:r>
        </a:p>
      </dsp:txBody>
      <dsp:txXfrm>
        <a:off x="5571850" y="3009158"/>
        <a:ext cx="1665410" cy="650628"/>
      </dsp:txXfrm>
    </dsp:sp>
    <dsp:sp modelId="{F7F215AA-1548-4946-9818-24CE434B0257}">
      <dsp:nvSpPr>
        <dsp:cNvPr id="0" name=""/>
        <dsp:cNvSpPr/>
      </dsp:nvSpPr>
      <dsp:spPr>
        <a:xfrm>
          <a:off x="5571850" y="2602515"/>
          <a:ext cx="1665410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W06A</a:t>
          </a:r>
        </a:p>
      </dsp:txBody>
      <dsp:txXfrm>
        <a:off x="5571850" y="2602515"/>
        <a:ext cx="1665410" cy="406643"/>
      </dsp:txXfrm>
    </dsp:sp>
    <dsp:sp modelId="{A657FCB3-50B0-4F61-A00C-56D9B387AFBF}">
      <dsp:nvSpPr>
        <dsp:cNvPr id="0" name=""/>
        <dsp:cNvSpPr/>
      </dsp:nvSpPr>
      <dsp:spPr>
        <a:xfrm>
          <a:off x="5367322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5327207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887C6-E1B4-4412-86BB-F455A05D8A46}">
      <dsp:nvSpPr>
        <dsp:cNvPr id="0" name=""/>
        <dsp:cNvSpPr/>
      </dsp:nvSpPr>
      <dsp:spPr>
        <a:xfrm>
          <a:off x="6604203" y="829551"/>
          <a:ext cx="1665410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kern="1200" dirty="0"/>
            <a:t>Gold + </a:t>
          </a:r>
          <a:r>
            <a:rPr lang="es-ES" sz="1500" b="0" kern="1200" dirty="0" err="1"/>
            <a:t>exports</a:t>
          </a:r>
          <a:r>
            <a:rPr lang="es-ES" sz="1500" b="0" kern="1200" dirty="0"/>
            <a:t> + documentación final</a:t>
          </a:r>
          <a:endParaRPr lang="es-CO" sz="1500" b="0" kern="1200" dirty="0"/>
        </a:p>
      </dsp:txBody>
      <dsp:txXfrm>
        <a:off x="6604203" y="829551"/>
        <a:ext cx="1665410" cy="1203663"/>
      </dsp:txXfrm>
    </dsp:sp>
    <dsp:sp modelId="{415234FF-8B2B-48A0-B0A8-E0517D1909DD}">
      <dsp:nvSpPr>
        <dsp:cNvPr id="0" name=""/>
        <dsp:cNvSpPr/>
      </dsp:nvSpPr>
      <dsp:spPr>
        <a:xfrm>
          <a:off x="6604203" y="406643"/>
          <a:ext cx="1665410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W06B</a:t>
          </a:r>
        </a:p>
      </dsp:txBody>
      <dsp:txXfrm>
        <a:off x="6604203" y="406643"/>
        <a:ext cx="1665410" cy="422908"/>
      </dsp:txXfrm>
    </dsp:sp>
    <dsp:sp modelId="{573D2282-3279-4BF1-B7CA-BAB23F064BDC}">
      <dsp:nvSpPr>
        <dsp:cNvPr id="0" name=""/>
        <dsp:cNvSpPr/>
      </dsp:nvSpPr>
      <dsp:spPr>
        <a:xfrm>
          <a:off x="639967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7EE69-424A-4CD8-B5EE-7DBEE83B0DC9}">
      <dsp:nvSpPr>
        <dsp:cNvPr id="0" name=""/>
        <dsp:cNvSpPr/>
      </dsp:nvSpPr>
      <dsp:spPr>
        <a:xfrm>
          <a:off x="6359559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58E8A-8E10-4194-937B-F587E26DF0F6}">
      <dsp:nvSpPr>
        <dsp:cNvPr id="0" name=""/>
        <dsp:cNvSpPr/>
      </dsp:nvSpPr>
      <dsp:spPr>
        <a:xfrm>
          <a:off x="7636555" y="3009158"/>
          <a:ext cx="1665410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Pipeline</a:t>
          </a:r>
          <a:endParaRPr lang="es-CO" sz="1500" kern="1200" dirty="0"/>
        </a:p>
      </dsp:txBody>
      <dsp:txXfrm>
        <a:off x="7636555" y="3009158"/>
        <a:ext cx="1665410" cy="650628"/>
      </dsp:txXfrm>
    </dsp:sp>
    <dsp:sp modelId="{EDE35AED-F23C-4316-B024-91735271B322}">
      <dsp:nvSpPr>
        <dsp:cNvPr id="0" name=""/>
        <dsp:cNvSpPr/>
      </dsp:nvSpPr>
      <dsp:spPr>
        <a:xfrm>
          <a:off x="7636555" y="2602515"/>
          <a:ext cx="1665410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W07A</a:t>
          </a:r>
        </a:p>
      </dsp:txBody>
      <dsp:txXfrm>
        <a:off x="7636555" y="2602515"/>
        <a:ext cx="1665410" cy="406643"/>
      </dsp:txXfrm>
    </dsp:sp>
    <dsp:sp modelId="{292E5CF7-986F-432B-BC25-D3E433071889}">
      <dsp:nvSpPr>
        <dsp:cNvPr id="0" name=""/>
        <dsp:cNvSpPr/>
      </dsp:nvSpPr>
      <dsp:spPr>
        <a:xfrm>
          <a:off x="7432027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0017B0-3745-4F33-B51D-CBAAD1CA16CA}">
      <dsp:nvSpPr>
        <dsp:cNvPr id="0" name=""/>
        <dsp:cNvSpPr/>
      </dsp:nvSpPr>
      <dsp:spPr>
        <a:xfrm>
          <a:off x="7391911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6F641-5AF7-47BA-A209-2B22B4F805C5}">
      <dsp:nvSpPr>
        <dsp:cNvPr id="0" name=""/>
        <dsp:cNvSpPr/>
      </dsp:nvSpPr>
      <dsp:spPr>
        <a:xfrm>
          <a:off x="8668908" y="829551"/>
          <a:ext cx="1665410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Orquestación + Métricas</a:t>
          </a:r>
        </a:p>
      </dsp:txBody>
      <dsp:txXfrm>
        <a:off x="8668908" y="829551"/>
        <a:ext cx="1665410" cy="1203663"/>
      </dsp:txXfrm>
    </dsp:sp>
    <dsp:sp modelId="{B90CCDB7-A22D-435B-A71D-A17495939312}">
      <dsp:nvSpPr>
        <dsp:cNvPr id="0" name=""/>
        <dsp:cNvSpPr/>
      </dsp:nvSpPr>
      <dsp:spPr>
        <a:xfrm>
          <a:off x="8668908" y="406643"/>
          <a:ext cx="1665410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/>
            <a:t>W07B</a:t>
          </a:r>
          <a:endParaRPr lang="es-CO" sz="2000" kern="1200" dirty="0"/>
        </a:p>
      </dsp:txBody>
      <dsp:txXfrm>
        <a:off x="8668908" y="406643"/>
        <a:ext cx="1665410" cy="422908"/>
      </dsp:txXfrm>
    </dsp:sp>
    <dsp:sp modelId="{9411B524-14FF-4708-9D36-E6AFEE8156B3}">
      <dsp:nvSpPr>
        <dsp:cNvPr id="0" name=""/>
        <dsp:cNvSpPr/>
      </dsp:nvSpPr>
      <dsp:spPr>
        <a:xfrm>
          <a:off x="8464379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3C788-AA58-4F5F-8A6D-A60C9532CA19}">
      <dsp:nvSpPr>
        <dsp:cNvPr id="0" name=""/>
        <dsp:cNvSpPr/>
      </dsp:nvSpPr>
      <dsp:spPr>
        <a:xfrm>
          <a:off x="8424264" y="1984580"/>
          <a:ext cx="94083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BD6FD-4215-42A8-8776-AD0EE6E9C528}">
      <dsp:nvSpPr>
        <dsp:cNvPr id="0" name=""/>
        <dsp:cNvSpPr/>
      </dsp:nvSpPr>
      <dsp:spPr>
        <a:xfrm>
          <a:off x="5022" y="2104578"/>
          <a:ext cx="3002607" cy="120104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Reintenta / falla con mensaje (hoy: falla y se detiene)</a:t>
          </a:r>
          <a:endParaRPr lang="en-US" sz="1900" kern="1200"/>
        </a:p>
      </dsp:txBody>
      <dsp:txXfrm>
        <a:off x="605543" y="2104578"/>
        <a:ext cx="1801565" cy="1201042"/>
      </dsp:txXfrm>
    </dsp:sp>
    <dsp:sp modelId="{BBF435FB-8E64-4753-A873-2308FBE6AFAB}">
      <dsp:nvSpPr>
        <dsp:cNvPr id="0" name=""/>
        <dsp:cNvSpPr/>
      </dsp:nvSpPr>
      <dsp:spPr>
        <a:xfrm>
          <a:off x="2707369" y="2104578"/>
          <a:ext cx="3002607" cy="120104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Mide tiempo y deja evidencia</a:t>
          </a:r>
          <a:endParaRPr lang="en-US" sz="1900" kern="1200"/>
        </a:p>
      </dsp:txBody>
      <dsp:txXfrm>
        <a:off x="3307890" y="2104578"/>
        <a:ext cx="1801565" cy="12010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CB4C4-2086-4A2F-B10C-BA09DEF97039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C5565-E093-434F-AF25-53608FDD6EAF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1431E-D938-41F8-9964-6ED7B1CDA6AA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Duración por etapa (timings)</a:t>
          </a:r>
          <a:endParaRPr lang="en-US" sz="1900" kern="1200"/>
        </a:p>
      </dsp:txBody>
      <dsp:txXfrm>
        <a:off x="69655" y="2770075"/>
        <a:ext cx="3150000" cy="720000"/>
      </dsp:txXfrm>
    </dsp:sp>
    <dsp:sp modelId="{28236C75-D53F-4855-9456-A3A8F335B9A8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02009-5B2C-43F4-A7EF-E3A27C9ABB4E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F9B12-4308-4719-B523-FBBFF00F71F6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Conteos de tablas clave (sanity checks)</a:t>
          </a:r>
          <a:endParaRPr lang="en-US" sz="1900" kern="1200"/>
        </a:p>
      </dsp:txBody>
      <dsp:txXfrm>
        <a:off x="3770905" y="2770075"/>
        <a:ext cx="3150000" cy="720000"/>
      </dsp:txXfrm>
    </dsp:sp>
    <dsp:sp modelId="{7505CED7-B9F9-4851-B160-CCDEBA0666C1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93276-D669-448F-BA48-EE84A3B292F6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DF874-BE0D-4166-B76B-1D87BF2D0520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Tamaño de artifacts (bytes)</a:t>
          </a:r>
          <a:endParaRPr lang="en-US" sz="1900" kern="1200"/>
        </a:p>
      </dsp:txBody>
      <dsp:txXfrm>
        <a:off x="7472156" y="277007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88957-D687-4E16-8DBA-C2D21FD6D1C3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C8EF8-2E05-49D2-A837-4DDC6B67B5B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602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Ya tenemos el modelo sólido; ahora generamos salidas que alguien sí puede usar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181B88-0593-469F-905D-90A3EE7DF000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371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5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6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0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4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8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9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3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20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A257E-FCE8-C8D4-3A31-5B1667462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9822F-056F-513C-BC02-783ADCC6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6C355-A69C-15D2-ECBE-B83EF02D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ED389-FE06-8BFC-29FD-F369ED8C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E9389-B459-F7B3-1147-9B61462D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95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72E5-1245-6879-B7C2-AFFAAE2E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C4178-46AE-B57F-13E9-2389DC7B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9410C-76F0-C6B8-4A91-EEA694D7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1D1A3-A1A1-3369-25D1-F2B0730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CCDE8-C008-465C-134B-2BE82C79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8975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9FB5E-3E77-152A-9D11-614C27F6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55CF0A-0C3D-A75C-82C4-643D57AC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587B52-5E78-F0EF-317D-B30ED6BF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FC792-986B-2F6D-5E5B-B0211A7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BF9A13-391E-4815-CE6E-920DA6E6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6166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246B8-FF8F-7FFD-F352-D93B5378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8E357-3E87-410A-8092-A7D76B60C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0026D-D3B4-7094-3395-5A80A77E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17DFFC-F397-10A4-259C-93F695B3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482D7-4662-570F-9E05-11252F86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D8301-8E5E-E302-C6C1-5D41842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2194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7F9C1-BA83-6E1D-A953-6DB4F3CE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3976C-0276-9EBB-DF9B-6D8BECD2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367CFC-EF6D-1405-C808-39CF00D6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3AA245-2A42-7F63-C6FF-A70DF3F29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7997A4-8C39-A2D2-8028-EB65F782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89619F-AFAB-4CCE-1811-2EE4AF66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2E1D82-7A97-B855-C86E-77FDBC8F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4D49FF-7F1E-9100-05BB-231E395A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041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6FCB2-554A-8D23-320B-9BD1AEBF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F6C289-6C54-DC32-EAA6-DF06085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FBA7EF-33AF-ADBE-A9B5-A2FF5D44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C3FD05-5570-7FAB-FAE1-795A15B0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236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9458C4-FAC4-6319-29E5-C33C629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2DC7E9-A4BD-D8AB-F5C9-A326271C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6159C-0D49-ADE2-DC69-A8DFC153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6607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A5B56-2FC5-1417-C02A-6F5A6899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9C86F-0477-461E-3322-30A3ECE6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EAA768-B7DE-DA28-221F-4A790AC37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62589C-83C8-3F16-A6DC-C05C261AC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C0135-169A-0476-7AC3-A1046B3A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4A2CC-3E38-B4E2-EAD3-BF83AD1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2934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FE579-875E-B58F-6596-E2A4704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036D07-509F-0303-E1FA-D075AE684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2F65E2-34FD-E7D4-4196-FF66B607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038A3C-EC60-857B-33A2-79A106E5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A1F8E-BDBB-6F26-1851-3229D377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F2934A-BB47-822A-06AB-EA1BF5D1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2301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66EB9-8854-7DBE-7631-243026E0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D5059-B411-CB41-846B-85E0EC4AE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D587F-F077-8A4F-130C-E3E0B911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49D4C-9F4E-FA54-FE58-8262C4AA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858D0-F3DD-2037-F67E-E859F831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1717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13B414-CAF8-5A6C-8872-4ED177999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09E61-4490-8723-D401-3086832C1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AF499-BA4A-368D-251B-090480C6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97DC5-2BF1-C46C-BCA3-40A50317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D53B-6E75-8A4E-EE55-9D359D0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5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28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46F9BB-D4BD-90C2-9433-D0882FC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3D7F1-02CA-D5CA-79A8-97AD7CBC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A978E-6151-9D4F-1BFA-B56C4AD0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6CF9D-D228-2EF1-0BCF-F730F8ED2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4B79E7-66DD-2661-FE9C-B1D12DB4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404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802B53-64E4-0B19-4376-7329F44F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s-CO" b="1" dirty="0"/>
              <a:t>Orquestación ligera + métricas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2D2A5-FD46-B50B-C68B-CA65CF090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s-CO" dirty="0"/>
              <a:t>De “un comando” a “un </a:t>
            </a:r>
            <a:r>
              <a:rPr lang="es-CO" dirty="0" err="1"/>
              <a:t>schedule</a:t>
            </a:r>
            <a:r>
              <a:rPr lang="es-CO" dirty="0"/>
              <a:t> mínimo con evidencia”</a:t>
            </a:r>
          </a:p>
        </p:txBody>
      </p:sp>
      <p:pic>
        <p:nvPicPr>
          <p:cNvPr id="4" name="Picture 3" descr="Equipo de examen de la vista">
            <a:extLst>
              <a:ext uri="{FF2B5EF4-FFF2-40B4-BE49-F238E27FC236}">
                <a16:creationId xmlns:a16="http://schemas.microsoft.com/office/drawing/2014/main" id="{3FF81491-E124-DBFC-42D6-AAF30468C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40" r="19460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36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18480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68C1BF-31C8-2314-E0D0-DF2C13DB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s-ES" b="1" dirty="0"/>
              <a:t>Qué hace un </a:t>
            </a:r>
            <a:r>
              <a:rPr lang="es-ES" b="1" dirty="0" err="1"/>
              <a:t>scheduler</a:t>
            </a:r>
            <a:r>
              <a:rPr lang="es-ES" b="1" dirty="0"/>
              <a:t> (versión minimalista)</a:t>
            </a:r>
            <a:endParaRPr lang="es-C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73A2B20-B6EE-69DF-6B26-921E488A3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604685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246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BAFE49-E189-440A-8458-4D554C8C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 b="1" dirty="0"/>
              <a:t>Nuestro </a:t>
            </a:r>
            <a:r>
              <a:rPr lang="es-CO" b="1" dirty="0" err="1"/>
              <a:t>scheduler</a:t>
            </a:r>
            <a:r>
              <a:rPr lang="es-CO" b="1" dirty="0"/>
              <a:t> hoy (</a:t>
            </a:r>
            <a:r>
              <a:rPr lang="es-CO" b="1" dirty="0" err="1"/>
              <a:t>cross-platform</a:t>
            </a:r>
            <a:r>
              <a:rPr lang="es-CO" b="1" dirty="0"/>
              <a:t>)</a:t>
            </a:r>
            <a:endParaRPr lang="es-CO"/>
          </a:p>
        </p:txBody>
      </p:sp>
      <p:pic>
        <p:nvPicPr>
          <p:cNvPr id="5" name="Picture 4" descr="Tabla periódica de los elementos">
            <a:extLst>
              <a:ext uri="{FF2B5EF4-FFF2-40B4-BE49-F238E27FC236}">
                <a16:creationId xmlns:a16="http://schemas.microsoft.com/office/drawing/2014/main" id="{7DE29334-6F89-F544-32D0-0A807DD6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80" r="26300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DD0F91-8385-116E-44A4-2FFE5813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s-CO" dirty="0"/>
              <a:t>src/pipeline/w06b_runner.py</a:t>
            </a:r>
          </a:p>
          <a:p>
            <a:r>
              <a:rPr lang="es-CO" dirty="0"/>
              <a:t>Corre: </a:t>
            </a:r>
            <a:r>
              <a:rPr lang="es-CO" dirty="0" err="1"/>
              <a:t>silver</a:t>
            </a:r>
            <a:r>
              <a:rPr lang="es-CO" dirty="0"/>
              <a:t> → </a:t>
            </a:r>
            <a:r>
              <a:rPr lang="es-CO" dirty="0" err="1"/>
              <a:t>dims</a:t>
            </a:r>
            <a:r>
              <a:rPr lang="es-CO" dirty="0"/>
              <a:t> → </a:t>
            </a:r>
            <a:r>
              <a:rPr lang="es-CO" dirty="0" err="1"/>
              <a:t>gold</a:t>
            </a:r>
            <a:r>
              <a:rPr lang="es-CO" dirty="0"/>
              <a:t> → </a:t>
            </a:r>
            <a:r>
              <a:rPr lang="es-CO" dirty="0" err="1"/>
              <a:t>export</a:t>
            </a:r>
            <a:endParaRPr lang="es-CO" dirty="0"/>
          </a:p>
          <a:p>
            <a:r>
              <a:rPr lang="es-CO" dirty="0"/>
              <a:t>Mide: </a:t>
            </a:r>
            <a:r>
              <a:rPr lang="es-CO" dirty="0" err="1"/>
              <a:t>seconds</a:t>
            </a:r>
            <a:r>
              <a:rPr lang="es-CO" dirty="0"/>
              <a:t> por etapa</a:t>
            </a:r>
          </a:p>
          <a:p>
            <a:r>
              <a:rPr lang="es-CO" dirty="0"/>
              <a:t>Escribe: </a:t>
            </a:r>
            <a:r>
              <a:rPr lang="es-CO" dirty="0" err="1"/>
              <a:t>artifacts</a:t>
            </a:r>
            <a:r>
              <a:rPr lang="es-CO" dirty="0"/>
              <a:t>/w06b_run_report.json + </a:t>
            </a:r>
            <a:r>
              <a:rPr lang="es-CO" dirty="0" err="1"/>
              <a:t>artifacts</a:t>
            </a:r>
            <a:r>
              <a:rPr lang="es-CO" dirty="0"/>
              <a:t>/w06b_stage_timings.csv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384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5DF0C7-3EBA-73DB-3A10-ABCE127A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b="1" dirty="0"/>
              <a:t>Por qué por etapas (y no solo </a:t>
            </a:r>
            <a:r>
              <a:rPr lang="es-ES" b="1"/>
              <a:t>all</a:t>
            </a:r>
            <a:r>
              <a:rPr lang="es-ES" b="1" dirty="0"/>
              <a:t>)</a:t>
            </a:r>
            <a:endParaRPr lang="es-CO"/>
          </a:p>
        </p:txBody>
      </p:sp>
      <p:pic>
        <p:nvPicPr>
          <p:cNvPr id="5" name="Picture 4" descr="La radiografía de un esqueleto">
            <a:extLst>
              <a:ext uri="{FF2B5EF4-FFF2-40B4-BE49-F238E27FC236}">
                <a16:creationId xmlns:a16="http://schemas.microsoft.com/office/drawing/2014/main" id="{80CE48FC-08A8-2DFB-7862-618792A9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81" r="49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FFAD53-C0FD-E399-2D96-189C6E763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es-ES" dirty="0"/>
              <a:t>Diagnóstico: saber qué etapa es el cuello de botella</a:t>
            </a:r>
          </a:p>
          <a:p>
            <a:r>
              <a:rPr lang="es-ES" dirty="0"/>
              <a:t>Control: poder </a:t>
            </a:r>
            <a:r>
              <a:rPr lang="es-ES" dirty="0" err="1"/>
              <a:t>re-ejecutar</a:t>
            </a:r>
            <a:r>
              <a:rPr lang="es-ES" dirty="0"/>
              <a:t> solo una etapa</a:t>
            </a:r>
          </a:p>
          <a:p>
            <a:endParaRPr lang="es-CO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8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6F769E-7185-FD71-10D8-5FE6E188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ES" b="1" dirty="0"/>
              <a:t>Qué métricas mínimas guardamos</a:t>
            </a:r>
            <a:endParaRPr lang="es-C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5B317DD-2F44-432D-FCDF-9A76B6D98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99851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493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A3080-A99B-960B-0BD8-5095EE57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5300115" cy="1307592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Estructura del reporte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F33073-4530-67CF-A461-60E12AE4B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4480965" cy="3739896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Campos:</a:t>
            </a:r>
          </a:p>
          <a:p>
            <a:r>
              <a:rPr lang="es-CO" dirty="0" err="1"/>
              <a:t>timestamp_utc</a:t>
            </a:r>
            <a:r>
              <a:rPr lang="es-CO" dirty="0"/>
              <a:t>, </a:t>
            </a:r>
            <a:r>
              <a:rPr lang="es-CO" dirty="0" err="1"/>
              <a:t>platform</a:t>
            </a:r>
            <a:r>
              <a:rPr lang="es-CO" dirty="0"/>
              <a:t>, </a:t>
            </a:r>
            <a:r>
              <a:rPr lang="es-CO" dirty="0" err="1"/>
              <a:t>python</a:t>
            </a:r>
            <a:endParaRPr lang="es-CO" dirty="0"/>
          </a:p>
          <a:p>
            <a:r>
              <a:rPr lang="es-CO" dirty="0" err="1"/>
              <a:t>stages</a:t>
            </a:r>
            <a:r>
              <a:rPr lang="es-CO" dirty="0"/>
              <a:t>[]: </a:t>
            </a:r>
            <a:r>
              <a:rPr lang="es-CO" dirty="0" err="1"/>
              <a:t>mode</a:t>
            </a:r>
            <a:r>
              <a:rPr lang="es-CO" dirty="0"/>
              <a:t>, </a:t>
            </a:r>
            <a:r>
              <a:rPr lang="es-CO" dirty="0" err="1"/>
              <a:t>seconds</a:t>
            </a:r>
            <a:r>
              <a:rPr lang="es-CO" dirty="0"/>
              <a:t>, </a:t>
            </a:r>
            <a:r>
              <a:rPr lang="es-CO" dirty="0" err="1"/>
              <a:t>return_code</a:t>
            </a:r>
            <a:endParaRPr lang="es-CO" dirty="0"/>
          </a:p>
          <a:p>
            <a:r>
              <a:rPr lang="es-CO" dirty="0" err="1"/>
              <a:t>counts</a:t>
            </a:r>
            <a:r>
              <a:rPr lang="es-CO" dirty="0"/>
              <a:t>: </a:t>
            </a:r>
            <a:r>
              <a:rPr lang="es-CO" dirty="0" err="1"/>
              <a:t>silver_planet</a:t>
            </a:r>
            <a:r>
              <a:rPr lang="es-CO" dirty="0"/>
              <a:t>, </a:t>
            </a:r>
            <a:r>
              <a:rPr lang="es-CO" dirty="0" err="1"/>
              <a:t>dim_host_sk</a:t>
            </a:r>
            <a:r>
              <a:rPr lang="es-CO" dirty="0"/>
              <a:t>, </a:t>
            </a:r>
            <a:r>
              <a:rPr lang="es-CO" dirty="0" err="1"/>
              <a:t>fact_planet_sk</a:t>
            </a:r>
            <a:endParaRPr lang="es-CO" dirty="0"/>
          </a:p>
          <a:p>
            <a:r>
              <a:rPr lang="es-CO" dirty="0" err="1"/>
              <a:t>artifacts</a:t>
            </a:r>
            <a:r>
              <a:rPr lang="es-CO" dirty="0"/>
              <a:t>: </a:t>
            </a:r>
            <a:r>
              <a:rPr lang="es-CO" dirty="0" err="1"/>
              <a:t>exists</a:t>
            </a:r>
            <a:r>
              <a:rPr lang="es-CO" dirty="0"/>
              <a:t>, bytes</a:t>
            </a:r>
          </a:p>
          <a:p>
            <a:endParaRPr lang="es-CO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783306F-66CD-6716-8A38-05C894C6F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14" y="0"/>
            <a:ext cx="6537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1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14FEC3-DA58-C5FC-0A17-F2973F5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485103"/>
            <a:ext cx="8884104" cy="32695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Ver artifacts: JSON + CSV + gold outputs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538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3A38A-1DE1-53A7-6A86-513346D9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Entregables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9D0DE-71AF-0382-70D9-E5A1E3669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artifacts</a:t>
            </a:r>
            <a:r>
              <a:rPr lang="es-CO" dirty="0"/>
              <a:t>/w06b_run_report.json</a:t>
            </a:r>
          </a:p>
          <a:p>
            <a:r>
              <a:rPr lang="es-CO" dirty="0"/>
              <a:t>docs/w06b_run_log.md (</a:t>
            </a:r>
            <a:r>
              <a:rPr lang="es-CO" dirty="0" err="1"/>
              <a:t>stdout</a:t>
            </a:r>
            <a:r>
              <a:rPr lang="es-CO" dirty="0"/>
              <a:t> + interpretación)</a:t>
            </a:r>
          </a:p>
          <a:p>
            <a:r>
              <a:rPr lang="es-CO" dirty="0"/>
              <a:t>docs/decisions_log.md (métrica + umbral + evidencia)</a:t>
            </a:r>
          </a:p>
          <a:p>
            <a:pPr marL="0" indent="0">
              <a:buNone/>
            </a:pPr>
            <a:r>
              <a:rPr lang="es-CO" b="1" dirty="0"/>
              <a:t>Tarea:</a:t>
            </a:r>
          </a:p>
          <a:p>
            <a:r>
              <a:rPr lang="es-CO" dirty="0"/>
              <a:t>2 corridas (misma máquina): compara </a:t>
            </a:r>
            <a:r>
              <a:rPr lang="es-CO" dirty="0" err="1"/>
              <a:t>timings</a:t>
            </a:r>
            <a:r>
              <a:rPr lang="es-CO" dirty="0"/>
              <a:t> y explica diferencias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3347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7BA2C-454D-15AF-063C-CDCD796B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En el mundo real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812E11-0408-244D-7775-62EF10FC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/>
              <a:t>Docker</a:t>
            </a:r>
            <a:r>
              <a:rPr lang="es-ES" dirty="0"/>
              <a:t>:</a:t>
            </a:r>
          </a:p>
          <a:p>
            <a:r>
              <a:rPr lang="es-ES" dirty="0"/>
              <a:t>Permite empaquetar aplicaciones y servicios en contenedores.</a:t>
            </a:r>
          </a:p>
          <a:p>
            <a:r>
              <a:rPr lang="es-ES" dirty="0"/>
              <a:t>Cada contenedor puede ejecutar tareas específicas de procesamiento de datos.</a:t>
            </a:r>
          </a:p>
          <a:p>
            <a:r>
              <a:rPr lang="es-ES" dirty="0"/>
              <a:t>Con Docker </a:t>
            </a:r>
            <a:r>
              <a:rPr lang="es-ES" dirty="0" err="1"/>
              <a:t>Compose</a:t>
            </a:r>
            <a:r>
              <a:rPr lang="es-ES" dirty="0"/>
              <a:t> o </a:t>
            </a:r>
            <a:r>
              <a:rPr lang="es-ES" dirty="0" err="1"/>
              <a:t>Kubernetes</a:t>
            </a:r>
            <a:r>
              <a:rPr lang="es-ES" dirty="0"/>
              <a:t>, puedes definir cuándo y cómo se levantan esos contenedores, lo que ya introduce un nivel de </a:t>
            </a:r>
            <a:r>
              <a:rPr lang="es-ES" i="1" dirty="0" err="1"/>
              <a:t>scheduling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b="1" dirty="0"/>
              <a:t>Apache </a:t>
            </a:r>
            <a:r>
              <a:rPr lang="es-ES" b="1" dirty="0" err="1"/>
              <a:t>Spark</a:t>
            </a:r>
            <a:r>
              <a:rPr lang="es-ES" dirty="0"/>
              <a:t>:</a:t>
            </a:r>
          </a:p>
          <a:p>
            <a:r>
              <a:rPr lang="es-ES" dirty="0"/>
              <a:t>Es un motor de procesamiento distribuido.</a:t>
            </a:r>
          </a:p>
          <a:p>
            <a:r>
              <a:rPr lang="es-ES" dirty="0" err="1"/>
              <a:t>Spark</a:t>
            </a:r>
            <a:r>
              <a:rPr lang="es-ES" dirty="0"/>
              <a:t> tiene su propio </a:t>
            </a:r>
            <a:r>
              <a:rPr lang="es-ES" i="1" dirty="0" err="1"/>
              <a:t>scheduler</a:t>
            </a:r>
            <a:r>
              <a:rPr lang="es-ES" dirty="0"/>
              <a:t> interno que reparte las tareas (</a:t>
            </a:r>
            <a:r>
              <a:rPr lang="es-ES" dirty="0" err="1"/>
              <a:t>jobs</a:t>
            </a:r>
            <a:r>
              <a:rPr lang="es-ES" dirty="0"/>
              <a:t> → </a:t>
            </a:r>
            <a:r>
              <a:rPr lang="es-ES" dirty="0" err="1"/>
              <a:t>stages</a:t>
            </a:r>
            <a:r>
              <a:rPr lang="es-ES" dirty="0"/>
              <a:t> → </a:t>
            </a:r>
            <a:r>
              <a:rPr lang="es-ES" dirty="0" err="1"/>
              <a:t>tasks</a:t>
            </a:r>
            <a:r>
              <a:rPr lang="es-ES" dirty="0"/>
              <a:t>) entre los nodos del clúster.</a:t>
            </a:r>
          </a:p>
          <a:p>
            <a:pPr lvl="1"/>
            <a:r>
              <a:rPr lang="es-ES" b="1" dirty="0"/>
              <a:t>Ejemplo: </a:t>
            </a:r>
            <a:r>
              <a:rPr lang="es-ES" dirty="0"/>
              <a:t>si tienes un </a:t>
            </a:r>
            <a:r>
              <a:rPr lang="es-ES" dirty="0" err="1"/>
              <a:t>dataset</a:t>
            </a:r>
            <a:r>
              <a:rPr lang="es-ES" dirty="0"/>
              <a:t> grande, </a:t>
            </a:r>
            <a:r>
              <a:rPr lang="es-ES" dirty="0" err="1"/>
              <a:t>Spark</a:t>
            </a:r>
            <a:r>
              <a:rPr lang="es-ES" dirty="0"/>
              <a:t> divide el trabajo en tareas paralelas y las asigna a los ejecutores disponibles.</a:t>
            </a:r>
          </a:p>
          <a:p>
            <a:pPr marL="0" indent="0">
              <a:buNone/>
            </a:pPr>
            <a:r>
              <a:rPr lang="es-ES" dirty="0">
                <a:solidFill>
                  <a:srgbClr val="0070C0"/>
                </a:solidFill>
              </a:rPr>
              <a:t>En conjunto: Docker asegura que el entorno de ejecución sea consistente y escalable, mientras </a:t>
            </a:r>
            <a:r>
              <a:rPr lang="es-ES" dirty="0" err="1">
                <a:solidFill>
                  <a:srgbClr val="0070C0"/>
                </a:solidFill>
              </a:rPr>
              <a:t>Spark</a:t>
            </a:r>
            <a:r>
              <a:rPr lang="es-ES" dirty="0">
                <a:solidFill>
                  <a:srgbClr val="0070C0"/>
                </a:solidFill>
              </a:rPr>
              <a:t> se encarga de distribuir y calendarizar las tareas de procesamiento dentro del clúster.</a:t>
            </a:r>
          </a:p>
          <a:p>
            <a:endParaRPr lang="es-CO" dirty="0"/>
          </a:p>
        </p:txBody>
      </p:sp>
      <p:pic>
        <p:nvPicPr>
          <p:cNvPr id="1026" name="Picture 2" descr="What is Docker ? How to use it ? - NashTech Blog">
            <a:extLst>
              <a:ext uri="{FF2B5EF4-FFF2-40B4-BE49-F238E27FC236}">
                <a16:creationId xmlns:a16="http://schemas.microsoft.com/office/drawing/2014/main" id="{A2111A47-9294-E55F-09FC-AEE048122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1114425"/>
            <a:ext cx="2556933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ache Spark - Wikipedia">
            <a:extLst>
              <a:ext uri="{FF2B5EF4-FFF2-40B4-BE49-F238E27FC236}">
                <a16:creationId xmlns:a16="http://schemas.microsoft.com/office/drawing/2014/main" id="{51A837DD-0FD4-B119-A415-10EDE2B56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916" y="1200150"/>
            <a:ext cx="2353225" cy="12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08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4E625-759C-9EFC-2364-C519B8FC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Orquestación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71CD2D-00C2-55EF-20F2-73346438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91640"/>
            <a:ext cx="5395365" cy="4443984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La </a:t>
            </a:r>
            <a:r>
              <a:rPr lang="es-ES" b="1" dirty="0"/>
              <a:t>orquestación</a:t>
            </a:r>
            <a:r>
              <a:rPr lang="es-ES" dirty="0"/>
              <a:t> es el nivel superior: coordinar múltiples procesos y flujos de datos para que se ejecuten en el orden correcto y con las dependencias adecuadas.</a:t>
            </a:r>
          </a:p>
          <a:p>
            <a:r>
              <a:rPr lang="es-ES" b="1" dirty="0"/>
              <a:t>Qué significa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No solo ejecutar tareas aisladas, sino coordinar pipelines completos.</a:t>
            </a:r>
          </a:p>
          <a:p>
            <a:pPr lvl="1"/>
            <a:r>
              <a:rPr lang="es-ES" b="1" dirty="0">
                <a:solidFill>
                  <a:srgbClr val="0070C0"/>
                </a:solidFill>
              </a:rPr>
              <a:t>Ejemplo: </a:t>
            </a:r>
            <a:r>
              <a:rPr lang="es-ES" dirty="0"/>
              <a:t>primero extraer datos, luego transformarlos con </a:t>
            </a:r>
            <a:r>
              <a:rPr lang="es-ES" dirty="0" err="1"/>
              <a:t>Spark</a:t>
            </a:r>
            <a:r>
              <a:rPr lang="es-ES" dirty="0"/>
              <a:t>, después cargarlos en un data </a:t>
            </a:r>
            <a:r>
              <a:rPr lang="es-ES" dirty="0" err="1"/>
              <a:t>warehouse</a:t>
            </a:r>
            <a:r>
              <a:rPr lang="es-ES" dirty="0"/>
              <a:t>.</a:t>
            </a:r>
          </a:p>
          <a:p>
            <a:r>
              <a:rPr lang="es-ES" b="1" dirty="0"/>
              <a:t>Herramientas típicas</a:t>
            </a:r>
            <a:r>
              <a:rPr lang="es-ES" dirty="0"/>
              <a:t>:</a:t>
            </a:r>
          </a:p>
          <a:p>
            <a:pPr lvl="1"/>
            <a:r>
              <a:rPr lang="es-ES" b="1" dirty="0" err="1"/>
              <a:t>Airflow</a:t>
            </a:r>
            <a:r>
              <a:rPr lang="es-ES" dirty="0"/>
              <a:t>, </a:t>
            </a:r>
            <a:r>
              <a:rPr lang="es-ES" b="1" dirty="0" err="1"/>
              <a:t>Prefect</a:t>
            </a:r>
            <a:r>
              <a:rPr lang="es-ES" dirty="0"/>
              <a:t>, </a:t>
            </a:r>
            <a:r>
              <a:rPr lang="es-ES" b="1" dirty="0"/>
              <a:t>Luigi</a:t>
            </a:r>
            <a:r>
              <a:rPr lang="es-ES" dirty="0"/>
              <a:t> → definen </a:t>
            </a:r>
            <a:r>
              <a:rPr lang="es-ES" dirty="0" err="1"/>
              <a:t>DAGs</a:t>
            </a:r>
            <a:r>
              <a:rPr lang="es-ES" dirty="0"/>
              <a:t> (grafos de dependencias).</a:t>
            </a:r>
          </a:p>
          <a:p>
            <a:pPr lvl="1"/>
            <a:r>
              <a:rPr lang="es-ES" dirty="0"/>
              <a:t>Estas herramientas pueden lanzar contenedores Docker que ejecutan </a:t>
            </a:r>
            <a:r>
              <a:rPr lang="es-ES" dirty="0" err="1"/>
              <a:t>jobs</a:t>
            </a:r>
            <a:r>
              <a:rPr lang="es-ES" dirty="0"/>
              <a:t> de </a:t>
            </a:r>
            <a:r>
              <a:rPr lang="es-ES" dirty="0" err="1"/>
              <a:t>Spark</a:t>
            </a:r>
            <a:r>
              <a:rPr lang="es-ES" dirty="0"/>
              <a:t> en momentos específicos.</a:t>
            </a:r>
          </a:p>
          <a:p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EB71C4-D6FB-3EBE-8432-99B653737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376" y="2316768"/>
            <a:ext cx="55534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los instrumentos afinados y listos para tocar (contenedores con entornos reproducibles).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el director de sección que reparte las notas entre los músicos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interno que distribuye tareas).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orquestación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el director principal que coordina toda la sinfonía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Airflow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asegurando que cada sección entre en el momento correcto.</a:t>
            </a:r>
          </a:p>
        </p:txBody>
      </p:sp>
    </p:spTree>
    <p:extLst>
      <p:ext uri="{BB962C8B-B14F-4D97-AF65-F5344CB8AC3E}">
        <p14:creationId xmlns:p14="http://schemas.microsoft.com/office/powerpoint/2010/main" val="133493807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607</Words>
  <Application>Microsoft Office PowerPoint</Application>
  <PresentationFormat>Panorámica</PresentationFormat>
  <Paragraphs>73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Calisto MT</vt:lpstr>
      <vt:lpstr>Univers Condensed</vt:lpstr>
      <vt:lpstr>ChronicleVTI</vt:lpstr>
      <vt:lpstr>Tema de Office</vt:lpstr>
      <vt:lpstr>Orquestación ligera + métricas</vt:lpstr>
      <vt:lpstr>¿Dónde vamos?</vt:lpstr>
      <vt:lpstr>Qué hace un scheduler (versión minimalista)</vt:lpstr>
      <vt:lpstr>Nuestro scheduler hoy (cross-platform)</vt:lpstr>
      <vt:lpstr>Por qué por etapas (y no solo all)</vt:lpstr>
      <vt:lpstr>Qué métricas mínimas guardamos</vt:lpstr>
      <vt:lpstr>Estructura del reporte</vt:lpstr>
      <vt:lpstr>Ver artifacts: JSON + CSV + gold outputs</vt:lpstr>
      <vt:lpstr>Entregables</vt:lpstr>
      <vt:lpstr>En el mundo real</vt:lpstr>
      <vt:lpstr>Orquestación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2</cp:revision>
  <dcterms:created xsi:type="dcterms:W3CDTF">2026-03-01T22:54:13Z</dcterms:created>
  <dcterms:modified xsi:type="dcterms:W3CDTF">2026-03-01T23:58:53Z</dcterms:modified>
</cp:coreProperties>
</file>