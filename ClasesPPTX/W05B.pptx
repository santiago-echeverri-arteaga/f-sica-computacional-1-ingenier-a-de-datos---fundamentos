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5602B-17C8-4A49-89FE-D93629B2B08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60C821-896E-4520-87DA-9452054A34C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“Necesitamos que el costo sea observable”</a:t>
          </a:r>
          <a:endParaRPr lang="en-US"/>
        </a:p>
      </dgm:t>
    </dgm:pt>
    <dgm:pt modelId="{F4F2D7EB-846B-44EE-8BD8-3F9C071F92C0}" type="parTrans" cxnId="{10087E46-8AC9-41CE-A391-92BAFC654206}">
      <dgm:prSet/>
      <dgm:spPr/>
      <dgm:t>
        <a:bodyPr/>
        <a:lstStyle/>
        <a:p>
          <a:endParaRPr lang="en-US"/>
        </a:p>
      </dgm:t>
    </dgm:pt>
    <dgm:pt modelId="{1D1DA1F8-87BF-4600-BDB3-65F006DA2364}" type="sibTrans" cxnId="{10087E46-8AC9-41CE-A391-92BAFC654206}">
      <dgm:prSet/>
      <dgm:spPr/>
      <dgm:t>
        <a:bodyPr/>
        <a:lstStyle/>
        <a:p>
          <a:endParaRPr lang="en-US"/>
        </a:p>
      </dgm:t>
    </dgm:pt>
    <dgm:pt modelId="{149FC0AC-1970-47DD-BFE4-25DC315F38A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No comparamos tiempos absolutos, sino que tan grande es comparativamente</a:t>
          </a:r>
          <a:endParaRPr lang="en-US" dirty="0"/>
        </a:p>
      </dgm:t>
    </dgm:pt>
    <dgm:pt modelId="{6E9A3854-E2A3-485E-AD96-6B10D237EEB7}" type="parTrans" cxnId="{B0EABDBB-6F81-42E8-9A9E-656C33B7A729}">
      <dgm:prSet/>
      <dgm:spPr/>
      <dgm:t>
        <a:bodyPr/>
        <a:lstStyle/>
        <a:p>
          <a:endParaRPr lang="en-US"/>
        </a:p>
      </dgm:t>
    </dgm:pt>
    <dgm:pt modelId="{06577FA1-F45C-4EC5-9795-6BA2DB520A4A}" type="sibTrans" cxnId="{B0EABDBB-6F81-42E8-9A9E-656C33B7A729}">
      <dgm:prSet/>
      <dgm:spPr/>
      <dgm:t>
        <a:bodyPr/>
        <a:lstStyle/>
        <a:p>
          <a:endParaRPr lang="en-US"/>
        </a:p>
      </dgm:t>
    </dgm:pt>
    <dgm:pt modelId="{A1748545-BC4D-4849-89D0-C614BFB4958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fact_big_unsorted (repeticiones)</a:t>
          </a:r>
          <a:endParaRPr lang="en-US"/>
        </a:p>
      </dgm:t>
    </dgm:pt>
    <dgm:pt modelId="{6E24AABD-B60F-40CD-AD49-CF835F17D9B2}" type="parTrans" cxnId="{56CC914D-FEA6-4A9A-B3BB-F72F5D15D17D}">
      <dgm:prSet/>
      <dgm:spPr/>
      <dgm:t>
        <a:bodyPr/>
        <a:lstStyle/>
        <a:p>
          <a:endParaRPr lang="en-US"/>
        </a:p>
      </dgm:t>
    </dgm:pt>
    <dgm:pt modelId="{104ABD44-588E-437C-A94A-2F5C144BEA87}" type="sibTrans" cxnId="{56CC914D-FEA6-4A9A-B3BB-F72F5D15D17D}">
      <dgm:prSet/>
      <dgm:spPr/>
      <dgm:t>
        <a:bodyPr/>
        <a:lstStyle/>
        <a:p>
          <a:endParaRPr lang="en-US"/>
        </a:p>
      </dgm:t>
    </dgm:pt>
    <dgm:pt modelId="{28587107-B1C1-4AF7-B390-5727904F357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fact_big_sorted (igual pero ordenada por disc_year)</a:t>
          </a:r>
          <a:endParaRPr lang="en-US"/>
        </a:p>
      </dgm:t>
    </dgm:pt>
    <dgm:pt modelId="{770F4002-7A3D-45C9-B0CC-BE55714E5BB7}" type="parTrans" cxnId="{4D9DB59B-9DDA-42B4-B6AA-F3B1A83F64C1}">
      <dgm:prSet/>
      <dgm:spPr/>
      <dgm:t>
        <a:bodyPr/>
        <a:lstStyle/>
        <a:p>
          <a:endParaRPr lang="en-US"/>
        </a:p>
      </dgm:t>
    </dgm:pt>
    <dgm:pt modelId="{8AECB96F-F5F9-4446-99B4-4639D36D7A0F}" type="sibTrans" cxnId="{4D9DB59B-9DDA-42B4-B6AA-F3B1A83F64C1}">
      <dgm:prSet/>
      <dgm:spPr/>
      <dgm:t>
        <a:bodyPr/>
        <a:lstStyle/>
        <a:p>
          <a:endParaRPr lang="en-US"/>
        </a:p>
      </dgm:t>
    </dgm:pt>
    <dgm:pt modelId="{00ED0E58-3D0C-4893-AF63-BCD5D77CB72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Nota:</a:t>
          </a:r>
          <a:r>
            <a:rPr lang="es-ES"/>
            <a:t> </a:t>
          </a:r>
          <a:r>
            <a:rPr lang="es-ES" i="1"/>
            <a:t>No es realista, es pedagógico.</a:t>
          </a:r>
          <a:endParaRPr lang="en-US"/>
        </a:p>
      </dgm:t>
    </dgm:pt>
    <dgm:pt modelId="{2E40B39A-5B25-45D9-B8BE-BE69CF9D1686}" type="parTrans" cxnId="{4C90805C-50C3-4DA0-863D-BC84FECCF972}">
      <dgm:prSet/>
      <dgm:spPr/>
      <dgm:t>
        <a:bodyPr/>
        <a:lstStyle/>
        <a:p>
          <a:endParaRPr lang="en-US"/>
        </a:p>
      </dgm:t>
    </dgm:pt>
    <dgm:pt modelId="{45341E0D-A217-45C5-AB63-B6DE74AD2210}" type="sibTrans" cxnId="{4C90805C-50C3-4DA0-863D-BC84FECCF972}">
      <dgm:prSet/>
      <dgm:spPr/>
      <dgm:t>
        <a:bodyPr/>
        <a:lstStyle/>
        <a:p>
          <a:endParaRPr lang="en-US"/>
        </a:p>
      </dgm:t>
    </dgm:pt>
    <dgm:pt modelId="{655C5A6A-93EE-43A5-99CC-BDF26F059C7E}" type="pres">
      <dgm:prSet presAssocID="{4455602B-17C8-4A49-89FE-D93629B2B08A}" presName="root" presStyleCnt="0">
        <dgm:presLayoutVars>
          <dgm:dir/>
          <dgm:resizeHandles val="exact"/>
        </dgm:presLayoutVars>
      </dgm:prSet>
      <dgm:spPr/>
    </dgm:pt>
    <dgm:pt modelId="{7D885325-B906-4109-A111-9D73583EB441}" type="pres">
      <dgm:prSet presAssocID="{9460C821-896E-4520-87DA-9452054A34C6}" presName="compNode" presStyleCnt="0"/>
      <dgm:spPr/>
    </dgm:pt>
    <dgm:pt modelId="{448AE390-BEA9-4741-B57E-380716454030}" type="pres">
      <dgm:prSet presAssocID="{9460C821-896E-4520-87DA-9452054A34C6}" presName="bgRect" presStyleLbl="bgShp" presStyleIdx="0" presStyleCnt="4"/>
      <dgm:spPr/>
    </dgm:pt>
    <dgm:pt modelId="{3F60D56A-5562-4656-B5CE-46802E5E8C9A}" type="pres">
      <dgm:prSet presAssocID="{9460C821-896E-4520-87DA-9452054A34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lena"/>
        </a:ext>
      </dgm:extLst>
    </dgm:pt>
    <dgm:pt modelId="{01FC0B80-6E0C-4DCC-A504-AD890430358E}" type="pres">
      <dgm:prSet presAssocID="{9460C821-896E-4520-87DA-9452054A34C6}" presName="spaceRect" presStyleCnt="0"/>
      <dgm:spPr/>
    </dgm:pt>
    <dgm:pt modelId="{2C2ABAEF-1A6E-4688-834A-1D8880CAEE92}" type="pres">
      <dgm:prSet presAssocID="{9460C821-896E-4520-87DA-9452054A34C6}" presName="parTx" presStyleLbl="revTx" presStyleIdx="0" presStyleCnt="5">
        <dgm:presLayoutVars>
          <dgm:chMax val="0"/>
          <dgm:chPref val="0"/>
        </dgm:presLayoutVars>
      </dgm:prSet>
      <dgm:spPr/>
    </dgm:pt>
    <dgm:pt modelId="{97DC43E2-F4C0-42FC-A037-755CAF0B994B}" type="pres">
      <dgm:prSet presAssocID="{9460C821-896E-4520-87DA-9452054A34C6}" presName="desTx" presStyleLbl="revTx" presStyleIdx="1" presStyleCnt="5">
        <dgm:presLayoutVars/>
      </dgm:prSet>
      <dgm:spPr/>
    </dgm:pt>
    <dgm:pt modelId="{F3FA01CE-0066-4078-B0A7-05681CCE9435}" type="pres">
      <dgm:prSet presAssocID="{1D1DA1F8-87BF-4600-BDB3-65F006DA2364}" presName="sibTrans" presStyleCnt="0"/>
      <dgm:spPr/>
    </dgm:pt>
    <dgm:pt modelId="{86213FB6-0D07-4842-820E-F2A6AEB2A500}" type="pres">
      <dgm:prSet presAssocID="{A1748545-BC4D-4849-89D0-C614BFB4958C}" presName="compNode" presStyleCnt="0"/>
      <dgm:spPr/>
    </dgm:pt>
    <dgm:pt modelId="{EAF46FC2-ABE6-43CD-9F65-687C0590BC8C}" type="pres">
      <dgm:prSet presAssocID="{A1748545-BC4D-4849-89D0-C614BFB4958C}" presName="bgRect" presStyleLbl="bgShp" presStyleIdx="1" presStyleCnt="4"/>
      <dgm:spPr/>
    </dgm:pt>
    <dgm:pt modelId="{46E6E95F-77E1-4370-864A-28948FA2A785}" type="pres">
      <dgm:prSet presAssocID="{A1748545-BC4D-4849-89D0-C614BFB495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E0B84E4C-6AEE-4950-A5B5-DB7418B49D16}" type="pres">
      <dgm:prSet presAssocID="{A1748545-BC4D-4849-89D0-C614BFB4958C}" presName="spaceRect" presStyleCnt="0"/>
      <dgm:spPr/>
    </dgm:pt>
    <dgm:pt modelId="{E077FF62-6551-48C1-B0D7-5B0AFCBEAA03}" type="pres">
      <dgm:prSet presAssocID="{A1748545-BC4D-4849-89D0-C614BFB4958C}" presName="parTx" presStyleLbl="revTx" presStyleIdx="2" presStyleCnt="5">
        <dgm:presLayoutVars>
          <dgm:chMax val="0"/>
          <dgm:chPref val="0"/>
        </dgm:presLayoutVars>
      </dgm:prSet>
      <dgm:spPr/>
    </dgm:pt>
    <dgm:pt modelId="{F66BA61B-3C19-4106-A207-15B9A04B4859}" type="pres">
      <dgm:prSet presAssocID="{104ABD44-588E-437C-A94A-2F5C144BEA87}" presName="sibTrans" presStyleCnt="0"/>
      <dgm:spPr/>
    </dgm:pt>
    <dgm:pt modelId="{1B32FDC6-7C8E-493A-8C2B-743637094DA2}" type="pres">
      <dgm:prSet presAssocID="{28587107-B1C1-4AF7-B390-5727904F3570}" presName="compNode" presStyleCnt="0"/>
      <dgm:spPr/>
    </dgm:pt>
    <dgm:pt modelId="{5D0F2DAF-C069-4D53-858A-A0F0BD53251F}" type="pres">
      <dgm:prSet presAssocID="{28587107-B1C1-4AF7-B390-5727904F3570}" presName="bgRect" presStyleLbl="bgShp" presStyleIdx="2" presStyleCnt="4"/>
      <dgm:spPr/>
    </dgm:pt>
    <dgm:pt modelId="{0F2E5D92-415D-4ADE-BE3F-EF4B5536C7CC}" type="pres">
      <dgm:prSet presAssocID="{28587107-B1C1-4AF7-B390-5727904F35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90B26128-0AA6-470F-848E-9CA42AAAFB13}" type="pres">
      <dgm:prSet presAssocID="{28587107-B1C1-4AF7-B390-5727904F3570}" presName="spaceRect" presStyleCnt="0"/>
      <dgm:spPr/>
    </dgm:pt>
    <dgm:pt modelId="{6F82D9AA-B9C6-41E6-9457-8269D25BB095}" type="pres">
      <dgm:prSet presAssocID="{28587107-B1C1-4AF7-B390-5727904F3570}" presName="parTx" presStyleLbl="revTx" presStyleIdx="3" presStyleCnt="5">
        <dgm:presLayoutVars>
          <dgm:chMax val="0"/>
          <dgm:chPref val="0"/>
        </dgm:presLayoutVars>
      </dgm:prSet>
      <dgm:spPr/>
    </dgm:pt>
    <dgm:pt modelId="{4AAC97C2-0C13-4E97-9D61-DEB5DF3E1310}" type="pres">
      <dgm:prSet presAssocID="{8AECB96F-F5F9-4446-99B4-4639D36D7A0F}" presName="sibTrans" presStyleCnt="0"/>
      <dgm:spPr/>
    </dgm:pt>
    <dgm:pt modelId="{60B0525C-82D9-400B-92FB-84B29A429DBB}" type="pres">
      <dgm:prSet presAssocID="{00ED0E58-3D0C-4893-AF63-BCD5D77CB724}" presName="compNode" presStyleCnt="0"/>
      <dgm:spPr/>
    </dgm:pt>
    <dgm:pt modelId="{8BB2D14F-7FAD-4222-AF08-4C193CA0777E}" type="pres">
      <dgm:prSet presAssocID="{00ED0E58-3D0C-4893-AF63-BCD5D77CB724}" presName="bgRect" presStyleLbl="bgShp" presStyleIdx="3" presStyleCnt="4"/>
      <dgm:spPr/>
    </dgm:pt>
    <dgm:pt modelId="{6BDFB910-8AAA-4EA1-B8FB-0E2103E55016}" type="pres">
      <dgm:prSet presAssocID="{00ED0E58-3D0C-4893-AF63-BCD5D77CB7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C68F66D5-C36F-4C1F-94FF-9A92B742FE48}" type="pres">
      <dgm:prSet presAssocID="{00ED0E58-3D0C-4893-AF63-BCD5D77CB724}" presName="spaceRect" presStyleCnt="0"/>
      <dgm:spPr/>
    </dgm:pt>
    <dgm:pt modelId="{EE2A797F-C67F-40CA-83D7-F4C92E94F5C5}" type="pres">
      <dgm:prSet presAssocID="{00ED0E58-3D0C-4893-AF63-BCD5D77CB72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18DD06-378D-4967-AE44-2432402DCFB2}" type="presOf" srcId="{00ED0E58-3D0C-4893-AF63-BCD5D77CB724}" destId="{EE2A797F-C67F-40CA-83D7-F4C92E94F5C5}" srcOrd="0" destOrd="0" presId="urn:microsoft.com/office/officeart/2018/2/layout/IconVerticalSolidList"/>
    <dgm:cxn modelId="{4C90805C-50C3-4DA0-863D-BC84FECCF972}" srcId="{4455602B-17C8-4A49-89FE-D93629B2B08A}" destId="{00ED0E58-3D0C-4893-AF63-BCD5D77CB724}" srcOrd="3" destOrd="0" parTransId="{2E40B39A-5B25-45D9-B8BE-BE69CF9D1686}" sibTransId="{45341E0D-A217-45C5-AB63-B6DE74AD2210}"/>
    <dgm:cxn modelId="{10087E46-8AC9-41CE-A391-92BAFC654206}" srcId="{4455602B-17C8-4A49-89FE-D93629B2B08A}" destId="{9460C821-896E-4520-87DA-9452054A34C6}" srcOrd="0" destOrd="0" parTransId="{F4F2D7EB-846B-44EE-8BD8-3F9C071F92C0}" sibTransId="{1D1DA1F8-87BF-4600-BDB3-65F006DA2364}"/>
    <dgm:cxn modelId="{56CC914D-FEA6-4A9A-B3BB-F72F5D15D17D}" srcId="{4455602B-17C8-4A49-89FE-D93629B2B08A}" destId="{A1748545-BC4D-4849-89D0-C614BFB4958C}" srcOrd="1" destOrd="0" parTransId="{6E24AABD-B60F-40CD-AD49-CF835F17D9B2}" sibTransId="{104ABD44-588E-437C-A94A-2F5C144BEA87}"/>
    <dgm:cxn modelId="{A00BBC4D-E241-4112-BCD5-B8AC6E83F13C}" type="presOf" srcId="{9460C821-896E-4520-87DA-9452054A34C6}" destId="{2C2ABAEF-1A6E-4688-834A-1D8880CAEE92}" srcOrd="0" destOrd="0" presId="urn:microsoft.com/office/officeart/2018/2/layout/IconVerticalSolidList"/>
    <dgm:cxn modelId="{24DC0758-AC41-40F0-8A0B-AD98DFEF4837}" type="presOf" srcId="{A1748545-BC4D-4849-89D0-C614BFB4958C}" destId="{E077FF62-6551-48C1-B0D7-5B0AFCBEAA03}" srcOrd="0" destOrd="0" presId="urn:microsoft.com/office/officeart/2018/2/layout/IconVerticalSolidList"/>
    <dgm:cxn modelId="{C2D02F94-EFD5-4623-A734-35091ABEC5A3}" type="presOf" srcId="{4455602B-17C8-4A49-89FE-D93629B2B08A}" destId="{655C5A6A-93EE-43A5-99CC-BDF26F059C7E}" srcOrd="0" destOrd="0" presId="urn:microsoft.com/office/officeart/2018/2/layout/IconVerticalSolidList"/>
    <dgm:cxn modelId="{4D9DB59B-9DDA-42B4-B6AA-F3B1A83F64C1}" srcId="{4455602B-17C8-4A49-89FE-D93629B2B08A}" destId="{28587107-B1C1-4AF7-B390-5727904F3570}" srcOrd="2" destOrd="0" parTransId="{770F4002-7A3D-45C9-B0CC-BE55714E5BB7}" sibTransId="{8AECB96F-F5F9-4446-99B4-4639D36D7A0F}"/>
    <dgm:cxn modelId="{B0EABDBB-6F81-42E8-9A9E-656C33B7A729}" srcId="{9460C821-896E-4520-87DA-9452054A34C6}" destId="{149FC0AC-1970-47DD-BFE4-25DC315F38AD}" srcOrd="0" destOrd="0" parTransId="{6E9A3854-E2A3-485E-AD96-6B10D237EEB7}" sibTransId="{06577FA1-F45C-4EC5-9795-6BA2DB520A4A}"/>
    <dgm:cxn modelId="{C69E89EE-B1CE-4FFF-B6A0-00DF12DD9CB0}" type="presOf" srcId="{149FC0AC-1970-47DD-BFE4-25DC315F38AD}" destId="{97DC43E2-F4C0-42FC-A037-755CAF0B994B}" srcOrd="0" destOrd="0" presId="urn:microsoft.com/office/officeart/2018/2/layout/IconVerticalSolidList"/>
    <dgm:cxn modelId="{C09ABAF0-7C5F-4509-BF4D-55385983D092}" type="presOf" srcId="{28587107-B1C1-4AF7-B390-5727904F3570}" destId="{6F82D9AA-B9C6-41E6-9457-8269D25BB095}" srcOrd="0" destOrd="0" presId="urn:microsoft.com/office/officeart/2018/2/layout/IconVerticalSolidList"/>
    <dgm:cxn modelId="{3DD02BFF-A279-44DD-BA1A-A06C4FE3EAC3}" type="presParOf" srcId="{655C5A6A-93EE-43A5-99CC-BDF26F059C7E}" destId="{7D885325-B906-4109-A111-9D73583EB441}" srcOrd="0" destOrd="0" presId="urn:microsoft.com/office/officeart/2018/2/layout/IconVerticalSolidList"/>
    <dgm:cxn modelId="{AC38470A-5B50-44E4-8DE3-FD534063A305}" type="presParOf" srcId="{7D885325-B906-4109-A111-9D73583EB441}" destId="{448AE390-BEA9-4741-B57E-380716454030}" srcOrd="0" destOrd="0" presId="urn:microsoft.com/office/officeart/2018/2/layout/IconVerticalSolidList"/>
    <dgm:cxn modelId="{79486184-5BA0-4606-81C1-A843E777910D}" type="presParOf" srcId="{7D885325-B906-4109-A111-9D73583EB441}" destId="{3F60D56A-5562-4656-B5CE-46802E5E8C9A}" srcOrd="1" destOrd="0" presId="urn:microsoft.com/office/officeart/2018/2/layout/IconVerticalSolidList"/>
    <dgm:cxn modelId="{FA1A2E9D-7CD2-4910-B93E-CDD5DC70D000}" type="presParOf" srcId="{7D885325-B906-4109-A111-9D73583EB441}" destId="{01FC0B80-6E0C-4DCC-A504-AD890430358E}" srcOrd="2" destOrd="0" presId="urn:microsoft.com/office/officeart/2018/2/layout/IconVerticalSolidList"/>
    <dgm:cxn modelId="{DB0403A6-B161-4EC6-9AF0-6D6840254A51}" type="presParOf" srcId="{7D885325-B906-4109-A111-9D73583EB441}" destId="{2C2ABAEF-1A6E-4688-834A-1D8880CAEE92}" srcOrd="3" destOrd="0" presId="urn:microsoft.com/office/officeart/2018/2/layout/IconVerticalSolidList"/>
    <dgm:cxn modelId="{63D2EB28-434A-4C34-8A60-9DDCE140D9A7}" type="presParOf" srcId="{7D885325-B906-4109-A111-9D73583EB441}" destId="{97DC43E2-F4C0-42FC-A037-755CAF0B994B}" srcOrd="4" destOrd="0" presId="urn:microsoft.com/office/officeart/2018/2/layout/IconVerticalSolidList"/>
    <dgm:cxn modelId="{DED2D1E3-EECD-43F4-AE21-1F01ABA031A3}" type="presParOf" srcId="{655C5A6A-93EE-43A5-99CC-BDF26F059C7E}" destId="{F3FA01CE-0066-4078-B0A7-05681CCE9435}" srcOrd="1" destOrd="0" presId="urn:microsoft.com/office/officeart/2018/2/layout/IconVerticalSolidList"/>
    <dgm:cxn modelId="{3BB1B4CF-9240-4167-B639-0C49C37C81B7}" type="presParOf" srcId="{655C5A6A-93EE-43A5-99CC-BDF26F059C7E}" destId="{86213FB6-0D07-4842-820E-F2A6AEB2A500}" srcOrd="2" destOrd="0" presId="urn:microsoft.com/office/officeart/2018/2/layout/IconVerticalSolidList"/>
    <dgm:cxn modelId="{5EEE76E6-B271-4B7D-A506-FCC50CD8F8C9}" type="presParOf" srcId="{86213FB6-0D07-4842-820E-F2A6AEB2A500}" destId="{EAF46FC2-ABE6-43CD-9F65-687C0590BC8C}" srcOrd="0" destOrd="0" presId="urn:microsoft.com/office/officeart/2018/2/layout/IconVerticalSolidList"/>
    <dgm:cxn modelId="{FF92A8D5-B1CB-4CD6-9B6F-C331B4C1D9C7}" type="presParOf" srcId="{86213FB6-0D07-4842-820E-F2A6AEB2A500}" destId="{46E6E95F-77E1-4370-864A-28948FA2A785}" srcOrd="1" destOrd="0" presId="urn:microsoft.com/office/officeart/2018/2/layout/IconVerticalSolidList"/>
    <dgm:cxn modelId="{6FC42FF1-7960-4A2B-AC8A-A34EF5338931}" type="presParOf" srcId="{86213FB6-0D07-4842-820E-F2A6AEB2A500}" destId="{E0B84E4C-6AEE-4950-A5B5-DB7418B49D16}" srcOrd="2" destOrd="0" presId="urn:microsoft.com/office/officeart/2018/2/layout/IconVerticalSolidList"/>
    <dgm:cxn modelId="{D3C44B16-9292-499B-A4B2-84E6F2467E00}" type="presParOf" srcId="{86213FB6-0D07-4842-820E-F2A6AEB2A500}" destId="{E077FF62-6551-48C1-B0D7-5B0AFCBEAA03}" srcOrd="3" destOrd="0" presId="urn:microsoft.com/office/officeart/2018/2/layout/IconVerticalSolidList"/>
    <dgm:cxn modelId="{A24F25AF-F6C9-4AD8-B169-05335D5BE380}" type="presParOf" srcId="{655C5A6A-93EE-43A5-99CC-BDF26F059C7E}" destId="{F66BA61B-3C19-4106-A207-15B9A04B4859}" srcOrd="3" destOrd="0" presId="urn:microsoft.com/office/officeart/2018/2/layout/IconVerticalSolidList"/>
    <dgm:cxn modelId="{AEB39CEE-2EB3-4627-A3EF-0FC4B740AF5F}" type="presParOf" srcId="{655C5A6A-93EE-43A5-99CC-BDF26F059C7E}" destId="{1B32FDC6-7C8E-493A-8C2B-743637094DA2}" srcOrd="4" destOrd="0" presId="urn:microsoft.com/office/officeart/2018/2/layout/IconVerticalSolidList"/>
    <dgm:cxn modelId="{FE7240C0-3DD3-4A09-8EF5-0EEB31942253}" type="presParOf" srcId="{1B32FDC6-7C8E-493A-8C2B-743637094DA2}" destId="{5D0F2DAF-C069-4D53-858A-A0F0BD53251F}" srcOrd="0" destOrd="0" presId="urn:microsoft.com/office/officeart/2018/2/layout/IconVerticalSolidList"/>
    <dgm:cxn modelId="{210AF469-8A04-4D36-A346-5157F5BB541A}" type="presParOf" srcId="{1B32FDC6-7C8E-493A-8C2B-743637094DA2}" destId="{0F2E5D92-415D-4ADE-BE3F-EF4B5536C7CC}" srcOrd="1" destOrd="0" presId="urn:microsoft.com/office/officeart/2018/2/layout/IconVerticalSolidList"/>
    <dgm:cxn modelId="{4C72EA82-F162-4757-BE05-823026C0644C}" type="presParOf" srcId="{1B32FDC6-7C8E-493A-8C2B-743637094DA2}" destId="{90B26128-0AA6-470F-848E-9CA42AAAFB13}" srcOrd="2" destOrd="0" presId="urn:microsoft.com/office/officeart/2018/2/layout/IconVerticalSolidList"/>
    <dgm:cxn modelId="{53ACCCDE-1FD4-4CE1-A50E-C81EECCCA987}" type="presParOf" srcId="{1B32FDC6-7C8E-493A-8C2B-743637094DA2}" destId="{6F82D9AA-B9C6-41E6-9457-8269D25BB095}" srcOrd="3" destOrd="0" presId="urn:microsoft.com/office/officeart/2018/2/layout/IconVerticalSolidList"/>
    <dgm:cxn modelId="{B0E9751B-93B0-48E0-9A2C-D69DA0DEEE85}" type="presParOf" srcId="{655C5A6A-93EE-43A5-99CC-BDF26F059C7E}" destId="{4AAC97C2-0C13-4E97-9D61-DEB5DF3E1310}" srcOrd="5" destOrd="0" presId="urn:microsoft.com/office/officeart/2018/2/layout/IconVerticalSolidList"/>
    <dgm:cxn modelId="{A3CE9BE0-4D19-4B11-94E3-2AED95CDC797}" type="presParOf" srcId="{655C5A6A-93EE-43A5-99CC-BDF26F059C7E}" destId="{60B0525C-82D9-400B-92FB-84B29A429DBB}" srcOrd="6" destOrd="0" presId="urn:microsoft.com/office/officeart/2018/2/layout/IconVerticalSolidList"/>
    <dgm:cxn modelId="{61B4CBE5-593A-45CC-A8D9-42B29D02C280}" type="presParOf" srcId="{60B0525C-82D9-400B-92FB-84B29A429DBB}" destId="{8BB2D14F-7FAD-4222-AF08-4C193CA0777E}" srcOrd="0" destOrd="0" presId="urn:microsoft.com/office/officeart/2018/2/layout/IconVerticalSolidList"/>
    <dgm:cxn modelId="{57FE4950-4C4F-4A7D-B0F0-52223AC91C45}" type="presParOf" srcId="{60B0525C-82D9-400B-92FB-84B29A429DBB}" destId="{6BDFB910-8AAA-4EA1-B8FB-0E2103E55016}" srcOrd="1" destOrd="0" presId="urn:microsoft.com/office/officeart/2018/2/layout/IconVerticalSolidList"/>
    <dgm:cxn modelId="{3BF9A01B-4DA3-420F-8A27-05698B383801}" type="presParOf" srcId="{60B0525C-82D9-400B-92FB-84B29A429DBB}" destId="{C68F66D5-C36F-4C1F-94FF-9A92B742FE48}" srcOrd="2" destOrd="0" presId="urn:microsoft.com/office/officeart/2018/2/layout/IconVerticalSolidList"/>
    <dgm:cxn modelId="{D2339C53-77B3-4FA6-92D0-0D113424D76B}" type="presParOf" srcId="{60B0525C-82D9-400B-92FB-84B29A429DBB}" destId="{EE2A797F-C67F-40CA-83D7-F4C92E94F5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9665E3-872D-475F-97E6-E3793D22027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ECCBEA1-4DE8-43AD-B431-68459EED279E}">
      <dgm:prSet/>
      <dgm:spPr/>
      <dgm:t>
        <a:bodyPr/>
        <a:lstStyle/>
        <a:p>
          <a:r>
            <a:rPr lang="es-ES" b="1"/>
            <a:t>Orden/cluster</a:t>
          </a:r>
          <a:r>
            <a:rPr lang="es-ES"/>
            <a:t> ayuda mucho en filtros por rango (BETWEEN).</a:t>
          </a:r>
          <a:endParaRPr lang="en-US"/>
        </a:p>
      </dgm:t>
    </dgm:pt>
    <dgm:pt modelId="{8E8030E4-8D25-4640-A99E-838E2F2FD5C4}" type="parTrans" cxnId="{FB738B20-3682-4040-8C87-95208EB8FCF1}">
      <dgm:prSet/>
      <dgm:spPr/>
      <dgm:t>
        <a:bodyPr/>
        <a:lstStyle/>
        <a:p>
          <a:endParaRPr lang="en-US"/>
        </a:p>
      </dgm:t>
    </dgm:pt>
    <dgm:pt modelId="{6124DE7D-49EB-407A-ACFD-12C3B896D95F}" type="sibTrans" cxnId="{FB738B20-3682-4040-8C87-95208EB8FCF1}">
      <dgm:prSet/>
      <dgm:spPr/>
      <dgm:t>
        <a:bodyPr/>
        <a:lstStyle/>
        <a:p>
          <a:endParaRPr lang="en-US"/>
        </a:p>
      </dgm:t>
    </dgm:pt>
    <dgm:pt modelId="{A5337C7C-A44C-451A-944B-D61E9E3F4C42}">
      <dgm:prSet/>
      <dgm:spPr/>
      <dgm:t>
        <a:bodyPr/>
        <a:lstStyle/>
        <a:p>
          <a:r>
            <a:rPr lang="es-ES" b="1"/>
            <a:t>Índice</a:t>
          </a:r>
          <a:r>
            <a:rPr lang="es-ES"/>
            <a:t> ayuda en igualdad muy selectiva.</a:t>
          </a:r>
          <a:endParaRPr lang="en-US"/>
        </a:p>
      </dgm:t>
    </dgm:pt>
    <dgm:pt modelId="{9FB2E9FD-4DEC-4835-9CCB-EEE71A1C058D}" type="parTrans" cxnId="{68F2E124-627D-4071-9518-449771CB617B}">
      <dgm:prSet/>
      <dgm:spPr/>
      <dgm:t>
        <a:bodyPr/>
        <a:lstStyle/>
        <a:p>
          <a:endParaRPr lang="en-US"/>
        </a:p>
      </dgm:t>
    </dgm:pt>
    <dgm:pt modelId="{A9BF0F67-E5D0-4506-87D1-C80F411F3FDD}" type="sibTrans" cxnId="{68F2E124-627D-4071-9518-449771CB617B}">
      <dgm:prSet/>
      <dgm:spPr/>
      <dgm:t>
        <a:bodyPr/>
        <a:lstStyle/>
        <a:p>
          <a:endParaRPr lang="en-US"/>
        </a:p>
      </dgm:t>
    </dgm:pt>
    <dgm:pt modelId="{EE34F2F2-1963-4B44-BEA6-8AE27A82803C}">
      <dgm:prSet/>
      <dgm:spPr/>
      <dgm:t>
        <a:bodyPr/>
        <a:lstStyle/>
        <a:p>
          <a:r>
            <a:rPr lang="es-ES"/>
            <a:t>Si tu query lee “casi todo”, </a:t>
          </a:r>
          <a:r>
            <a:rPr lang="es-ES" b="1"/>
            <a:t>índice no salva</a:t>
          </a:r>
          <a:r>
            <a:rPr lang="es-ES"/>
            <a:t>.</a:t>
          </a:r>
          <a:endParaRPr lang="en-US"/>
        </a:p>
      </dgm:t>
    </dgm:pt>
    <dgm:pt modelId="{0663A6D8-F2CE-4C25-9CF8-708B49183DF5}" type="parTrans" cxnId="{1F63C1F6-8D8F-46DF-BF42-C8A60D2D42F1}">
      <dgm:prSet/>
      <dgm:spPr/>
      <dgm:t>
        <a:bodyPr/>
        <a:lstStyle/>
        <a:p>
          <a:endParaRPr lang="en-US"/>
        </a:p>
      </dgm:t>
    </dgm:pt>
    <dgm:pt modelId="{5F9B541B-E9F4-474B-8946-C933E73B517C}" type="sibTrans" cxnId="{1F63C1F6-8D8F-46DF-BF42-C8A60D2D42F1}">
      <dgm:prSet/>
      <dgm:spPr/>
      <dgm:t>
        <a:bodyPr/>
        <a:lstStyle/>
        <a:p>
          <a:endParaRPr lang="en-US"/>
        </a:p>
      </dgm:t>
    </dgm:pt>
    <dgm:pt modelId="{AC4419BD-183F-4B14-A08A-EFC44363A357}" type="pres">
      <dgm:prSet presAssocID="{2C9665E3-872D-475F-97E6-E3793D2202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9A0FF3-C808-49A4-A0D1-E8BCCFB9EEBE}" type="pres">
      <dgm:prSet presAssocID="{CECCBEA1-4DE8-43AD-B431-68459EED279E}" presName="hierRoot1" presStyleCnt="0"/>
      <dgm:spPr/>
    </dgm:pt>
    <dgm:pt modelId="{1D198341-A6C3-4593-82C8-FA238A068822}" type="pres">
      <dgm:prSet presAssocID="{CECCBEA1-4DE8-43AD-B431-68459EED279E}" presName="composite" presStyleCnt="0"/>
      <dgm:spPr/>
    </dgm:pt>
    <dgm:pt modelId="{E615D170-CDDA-46B8-B026-534CF05BF846}" type="pres">
      <dgm:prSet presAssocID="{CECCBEA1-4DE8-43AD-B431-68459EED279E}" presName="background" presStyleLbl="node0" presStyleIdx="0" presStyleCnt="3"/>
      <dgm:spPr/>
    </dgm:pt>
    <dgm:pt modelId="{AB899831-51CD-4F6D-99EC-9DB18A5D9449}" type="pres">
      <dgm:prSet presAssocID="{CECCBEA1-4DE8-43AD-B431-68459EED279E}" presName="text" presStyleLbl="fgAcc0" presStyleIdx="0" presStyleCnt="3">
        <dgm:presLayoutVars>
          <dgm:chPref val="3"/>
        </dgm:presLayoutVars>
      </dgm:prSet>
      <dgm:spPr/>
    </dgm:pt>
    <dgm:pt modelId="{3880550A-1934-4613-AE4F-9636C9DD1D04}" type="pres">
      <dgm:prSet presAssocID="{CECCBEA1-4DE8-43AD-B431-68459EED279E}" presName="hierChild2" presStyleCnt="0"/>
      <dgm:spPr/>
    </dgm:pt>
    <dgm:pt modelId="{C5228EFA-F367-44F8-95AB-61B6CB7E90E3}" type="pres">
      <dgm:prSet presAssocID="{A5337C7C-A44C-451A-944B-D61E9E3F4C42}" presName="hierRoot1" presStyleCnt="0"/>
      <dgm:spPr/>
    </dgm:pt>
    <dgm:pt modelId="{D00B4789-1024-4D51-84C0-2D0F48DF8708}" type="pres">
      <dgm:prSet presAssocID="{A5337C7C-A44C-451A-944B-D61E9E3F4C42}" presName="composite" presStyleCnt="0"/>
      <dgm:spPr/>
    </dgm:pt>
    <dgm:pt modelId="{646873F1-B053-482A-BF9D-6AFEBBD2A730}" type="pres">
      <dgm:prSet presAssocID="{A5337C7C-A44C-451A-944B-D61E9E3F4C42}" presName="background" presStyleLbl="node0" presStyleIdx="1" presStyleCnt="3"/>
      <dgm:spPr/>
    </dgm:pt>
    <dgm:pt modelId="{EA526A75-9695-46D7-8ED2-978CCD412DA5}" type="pres">
      <dgm:prSet presAssocID="{A5337C7C-A44C-451A-944B-D61E9E3F4C42}" presName="text" presStyleLbl="fgAcc0" presStyleIdx="1" presStyleCnt="3">
        <dgm:presLayoutVars>
          <dgm:chPref val="3"/>
        </dgm:presLayoutVars>
      </dgm:prSet>
      <dgm:spPr/>
    </dgm:pt>
    <dgm:pt modelId="{94E20FEB-8212-43A6-9B5C-624EF5BDE3D6}" type="pres">
      <dgm:prSet presAssocID="{A5337C7C-A44C-451A-944B-D61E9E3F4C42}" presName="hierChild2" presStyleCnt="0"/>
      <dgm:spPr/>
    </dgm:pt>
    <dgm:pt modelId="{31948EBC-942C-425B-8823-3F0AFA5EF5F6}" type="pres">
      <dgm:prSet presAssocID="{EE34F2F2-1963-4B44-BEA6-8AE27A82803C}" presName="hierRoot1" presStyleCnt="0"/>
      <dgm:spPr/>
    </dgm:pt>
    <dgm:pt modelId="{3133C2B1-7330-43B8-A867-B7E010B08EAA}" type="pres">
      <dgm:prSet presAssocID="{EE34F2F2-1963-4B44-BEA6-8AE27A82803C}" presName="composite" presStyleCnt="0"/>
      <dgm:spPr/>
    </dgm:pt>
    <dgm:pt modelId="{0D4939D3-0375-418A-8A68-20E53397706E}" type="pres">
      <dgm:prSet presAssocID="{EE34F2F2-1963-4B44-BEA6-8AE27A82803C}" presName="background" presStyleLbl="node0" presStyleIdx="2" presStyleCnt="3"/>
      <dgm:spPr/>
    </dgm:pt>
    <dgm:pt modelId="{4B3CAAD8-EC74-4E7A-9B60-1E9CB2D92F53}" type="pres">
      <dgm:prSet presAssocID="{EE34F2F2-1963-4B44-BEA6-8AE27A82803C}" presName="text" presStyleLbl="fgAcc0" presStyleIdx="2" presStyleCnt="3">
        <dgm:presLayoutVars>
          <dgm:chPref val="3"/>
        </dgm:presLayoutVars>
      </dgm:prSet>
      <dgm:spPr/>
    </dgm:pt>
    <dgm:pt modelId="{0CAB5B2E-DB90-4D78-BA54-4E28E9088182}" type="pres">
      <dgm:prSet presAssocID="{EE34F2F2-1963-4B44-BEA6-8AE27A82803C}" presName="hierChild2" presStyleCnt="0"/>
      <dgm:spPr/>
    </dgm:pt>
  </dgm:ptLst>
  <dgm:cxnLst>
    <dgm:cxn modelId="{FB738B20-3682-4040-8C87-95208EB8FCF1}" srcId="{2C9665E3-872D-475F-97E6-E3793D22027E}" destId="{CECCBEA1-4DE8-43AD-B431-68459EED279E}" srcOrd="0" destOrd="0" parTransId="{8E8030E4-8D25-4640-A99E-838E2F2FD5C4}" sibTransId="{6124DE7D-49EB-407A-ACFD-12C3B896D95F}"/>
    <dgm:cxn modelId="{68F2E124-627D-4071-9518-449771CB617B}" srcId="{2C9665E3-872D-475F-97E6-E3793D22027E}" destId="{A5337C7C-A44C-451A-944B-D61E9E3F4C42}" srcOrd="1" destOrd="0" parTransId="{9FB2E9FD-4DEC-4835-9CCB-EEE71A1C058D}" sibTransId="{A9BF0F67-E5D0-4506-87D1-C80F411F3FDD}"/>
    <dgm:cxn modelId="{7884A460-B2B9-4548-9B3E-4F7E0C0D765E}" type="presOf" srcId="{CECCBEA1-4DE8-43AD-B431-68459EED279E}" destId="{AB899831-51CD-4F6D-99EC-9DB18A5D9449}" srcOrd="0" destOrd="0" presId="urn:microsoft.com/office/officeart/2005/8/layout/hierarchy1"/>
    <dgm:cxn modelId="{84233F9D-59FF-4607-B55E-DC7FA06E458F}" type="presOf" srcId="{2C9665E3-872D-475F-97E6-E3793D22027E}" destId="{AC4419BD-183F-4B14-A08A-EFC44363A357}" srcOrd="0" destOrd="0" presId="urn:microsoft.com/office/officeart/2005/8/layout/hierarchy1"/>
    <dgm:cxn modelId="{9395A1CF-8487-4B67-AF49-39B32C4E2621}" type="presOf" srcId="{A5337C7C-A44C-451A-944B-D61E9E3F4C42}" destId="{EA526A75-9695-46D7-8ED2-978CCD412DA5}" srcOrd="0" destOrd="0" presId="urn:microsoft.com/office/officeart/2005/8/layout/hierarchy1"/>
    <dgm:cxn modelId="{1DFCB9EE-3B8F-4706-9222-22CDF5430A25}" type="presOf" srcId="{EE34F2F2-1963-4B44-BEA6-8AE27A82803C}" destId="{4B3CAAD8-EC74-4E7A-9B60-1E9CB2D92F53}" srcOrd="0" destOrd="0" presId="urn:microsoft.com/office/officeart/2005/8/layout/hierarchy1"/>
    <dgm:cxn modelId="{1F63C1F6-8D8F-46DF-BF42-C8A60D2D42F1}" srcId="{2C9665E3-872D-475F-97E6-E3793D22027E}" destId="{EE34F2F2-1963-4B44-BEA6-8AE27A82803C}" srcOrd="2" destOrd="0" parTransId="{0663A6D8-F2CE-4C25-9CF8-708B49183DF5}" sibTransId="{5F9B541B-E9F4-474B-8946-C933E73B517C}"/>
    <dgm:cxn modelId="{4B99D74B-A585-45A1-8ED5-24115B7D5592}" type="presParOf" srcId="{AC4419BD-183F-4B14-A08A-EFC44363A357}" destId="{C19A0FF3-C808-49A4-A0D1-E8BCCFB9EEBE}" srcOrd="0" destOrd="0" presId="urn:microsoft.com/office/officeart/2005/8/layout/hierarchy1"/>
    <dgm:cxn modelId="{9C59CA6E-D862-4135-95CE-F19B8C37351D}" type="presParOf" srcId="{C19A0FF3-C808-49A4-A0D1-E8BCCFB9EEBE}" destId="{1D198341-A6C3-4593-82C8-FA238A068822}" srcOrd="0" destOrd="0" presId="urn:microsoft.com/office/officeart/2005/8/layout/hierarchy1"/>
    <dgm:cxn modelId="{4D595DBC-C5D2-448A-B12E-1556802FBD00}" type="presParOf" srcId="{1D198341-A6C3-4593-82C8-FA238A068822}" destId="{E615D170-CDDA-46B8-B026-534CF05BF846}" srcOrd="0" destOrd="0" presId="urn:microsoft.com/office/officeart/2005/8/layout/hierarchy1"/>
    <dgm:cxn modelId="{27E77800-FEB2-493E-93C4-3F9F00E81F09}" type="presParOf" srcId="{1D198341-A6C3-4593-82C8-FA238A068822}" destId="{AB899831-51CD-4F6D-99EC-9DB18A5D9449}" srcOrd="1" destOrd="0" presId="urn:microsoft.com/office/officeart/2005/8/layout/hierarchy1"/>
    <dgm:cxn modelId="{3E9EF72C-FDEA-4634-BD20-4E61E428FB91}" type="presParOf" srcId="{C19A0FF3-C808-49A4-A0D1-E8BCCFB9EEBE}" destId="{3880550A-1934-4613-AE4F-9636C9DD1D04}" srcOrd="1" destOrd="0" presId="urn:microsoft.com/office/officeart/2005/8/layout/hierarchy1"/>
    <dgm:cxn modelId="{0BB8A9A0-B49C-42E1-A57C-58114B689B44}" type="presParOf" srcId="{AC4419BD-183F-4B14-A08A-EFC44363A357}" destId="{C5228EFA-F367-44F8-95AB-61B6CB7E90E3}" srcOrd="1" destOrd="0" presId="urn:microsoft.com/office/officeart/2005/8/layout/hierarchy1"/>
    <dgm:cxn modelId="{36FF36DA-B304-459D-91CA-95E7B37994F8}" type="presParOf" srcId="{C5228EFA-F367-44F8-95AB-61B6CB7E90E3}" destId="{D00B4789-1024-4D51-84C0-2D0F48DF8708}" srcOrd="0" destOrd="0" presId="urn:microsoft.com/office/officeart/2005/8/layout/hierarchy1"/>
    <dgm:cxn modelId="{092B8AC4-94B5-448E-8C2D-4608F3219499}" type="presParOf" srcId="{D00B4789-1024-4D51-84C0-2D0F48DF8708}" destId="{646873F1-B053-482A-BF9D-6AFEBBD2A730}" srcOrd="0" destOrd="0" presId="urn:microsoft.com/office/officeart/2005/8/layout/hierarchy1"/>
    <dgm:cxn modelId="{41A8E3DD-A778-452C-854C-8E1267A0D338}" type="presParOf" srcId="{D00B4789-1024-4D51-84C0-2D0F48DF8708}" destId="{EA526A75-9695-46D7-8ED2-978CCD412DA5}" srcOrd="1" destOrd="0" presId="urn:microsoft.com/office/officeart/2005/8/layout/hierarchy1"/>
    <dgm:cxn modelId="{0D61FE70-9B55-4538-8F67-A58F9027D4A8}" type="presParOf" srcId="{C5228EFA-F367-44F8-95AB-61B6CB7E90E3}" destId="{94E20FEB-8212-43A6-9B5C-624EF5BDE3D6}" srcOrd="1" destOrd="0" presId="urn:microsoft.com/office/officeart/2005/8/layout/hierarchy1"/>
    <dgm:cxn modelId="{6FF5913C-2B98-4754-877C-B47EF8F0BE96}" type="presParOf" srcId="{AC4419BD-183F-4B14-A08A-EFC44363A357}" destId="{31948EBC-942C-425B-8823-3F0AFA5EF5F6}" srcOrd="2" destOrd="0" presId="urn:microsoft.com/office/officeart/2005/8/layout/hierarchy1"/>
    <dgm:cxn modelId="{55ED95D2-56FA-462D-8B5A-D26484C446AC}" type="presParOf" srcId="{31948EBC-942C-425B-8823-3F0AFA5EF5F6}" destId="{3133C2B1-7330-43B8-A867-B7E010B08EAA}" srcOrd="0" destOrd="0" presId="urn:microsoft.com/office/officeart/2005/8/layout/hierarchy1"/>
    <dgm:cxn modelId="{6C89653A-A826-4424-A882-4E4A724891F2}" type="presParOf" srcId="{3133C2B1-7330-43B8-A867-B7E010B08EAA}" destId="{0D4939D3-0375-418A-8A68-20E53397706E}" srcOrd="0" destOrd="0" presId="urn:microsoft.com/office/officeart/2005/8/layout/hierarchy1"/>
    <dgm:cxn modelId="{B9EF5F4C-6D11-44FC-821A-237D4ED5B95D}" type="presParOf" srcId="{3133C2B1-7330-43B8-A867-B7E010B08EAA}" destId="{4B3CAAD8-EC74-4E7A-9B60-1E9CB2D92F53}" srcOrd="1" destOrd="0" presId="urn:microsoft.com/office/officeart/2005/8/layout/hierarchy1"/>
    <dgm:cxn modelId="{FB340EE2-E939-4EE2-9D5B-822DA9794F89}" type="presParOf" srcId="{31948EBC-942C-425B-8823-3F0AFA5EF5F6}" destId="{0CAB5B2E-DB90-4D78-BA54-4E28E90881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AE390-BEA9-4741-B57E-38071645403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0D56A-5562-4656-B5CE-46802E5E8C9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ABAEF-1A6E-4688-834A-1D8880CAEE92}">
      <dsp:nvSpPr>
        <dsp:cNvPr id="0" name=""/>
        <dsp:cNvSpPr/>
      </dsp:nvSpPr>
      <dsp:spPr>
        <a:xfrm>
          <a:off x="1057183" y="1805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“Necesitamos que el costo sea observable”</a:t>
          </a:r>
          <a:endParaRPr lang="en-US" sz="2200" kern="1200"/>
        </a:p>
      </dsp:txBody>
      <dsp:txXfrm>
        <a:off x="1057183" y="1805"/>
        <a:ext cx="4732020" cy="915310"/>
      </dsp:txXfrm>
    </dsp:sp>
    <dsp:sp modelId="{97DC43E2-F4C0-42FC-A037-755CAF0B994B}">
      <dsp:nvSpPr>
        <dsp:cNvPr id="0" name=""/>
        <dsp:cNvSpPr/>
      </dsp:nvSpPr>
      <dsp:spPr>
        <a:xfrm>
          <a:off x="5789203" y="1805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No comparamos tiempos absolutos, sino que tan grande es comparativamente</a:t>
          </a:r>
          <a:endParaRPr lang="en-US" sz="1800" kern="1200" dirty="0"/>
        </a:p>
      </dsp:txBody>
      <dsp:txXfrm>
        <a:off x="5789203" y="1805"/>
        <a:ext cx="4726396" cy="915310"/>
      </dsp:txXfrm>
    </dsp:sp>
    <dsp:sp modelId="{EAF46FC2-ABE6-43CD-9F65-687C0590BC8C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6E95F-77E1-4370-864A-28948FA2A78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7FF62-6551-48C1-B0D7-5B0AFCBEAA03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fact_big_unsorted (repeticiones)</a:t>
          </a:r>
          <a:endParaRPr lang="en-US" sz="2200" kern="1200"/>
        </a:p>
      </dsp:txBody>
      <dsp:txXfrm>
        <a:off x="1057183" y="1145944"/>
        <a:ext cx="9458416" cy="915310"/>
      </dsp:txXfrm>
    </dsp:sp>
    <dsp:sp modelId="{5D0F2DAF-C069-4D53-858A-A0F0BD53251F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E5D92-415D-4ADE-BE3F-EF4B5536C7C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2D9AA-B9C6-41E6-9457-8269D25BB095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fact_big_sorted (igual pero ordenada por disc_year)</a:t>
          </a:r>
          <a:endParaRPr lang="en-US" sz="2200" kern="1200"/>
        </a:p>
      </dsp:txBody>
      <dsp:txXfrm>
        <a:off x="1057183" y="2290082"/>
        <a:ext cx="9458416" cy="915310"/>
      </dsp:txXfrm>
    </dsp:sp>
    <dsp:sp modelId="{8BB2D14F-7FAD-4222-AF08-4C193CA0777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FB910-8AAA-4EA1-B8FB-0E2103E5501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A797F-C67F-40CA-83D7-F4C92E94F5C5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1" kern="1200"/>
            <a:t>Nota:</a:t>
          </a:r>
          <a:r>
            <a:rPr lang="es-ES" sz="2200" kern="1200"/>
            <a:t> </a:t>
          </a:r>
          <a:r>
            <a:rPr lang="es-ES" sz="2200" i="1" kern="1200"/>
            <a:t>No es realista, es pedagógico.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5D170-CDDA-46B8-B026-534CF05BF84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99831-51CD-4F6D-99EC-9DB18A5D9449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kern="1200"/>
            <a:t>Orden/cluster</a:t>
          </a:r>
          <a:r>
            <a:rPr lang="es-ES" sz="2700" kern="1200"/>
            <a:t> ayuda mucho en filtros por rango (BETWEEN).</a:t>
          </a:r>
          <a:endParaRPr lang="en-US" sz="2700" kern="1200"/>
        </a:p>
      </dsp:txBody>
      <dsp:txXfrm>
        <a:off x="378614" y="886531"/>
        <a:ext cx="2810360" cy="1744948"/>
      </dsp:txXfrm>
    </dsp:sp>
    <dsp:sp modelId="{646873F1-B053-482A-BF9D-6AFEBBD2A730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26A75-9695-46D7-8ED2-978CCD412DA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kern="1200"/>
            <a:t>Índice</a:t>
          </a:r>
          <a:r>
            <a:rPr lang="es-ES" sz="2700" kern="1200"/>
            <a:t> ayuda en igualdad muy selectiva.</a:t>
          </a:r>
          <a:endParaRPr lang="en-US" sz="2700" kern="1200"/>
        </a:p>
      </dsp:txBody>
      <dsp:txXfrm>
        <a:off x="3946203" y="886531"/>
        <a:ext cx="2810360" cy="1744948"/>
      </dsp:txXfrm>
    </dsp:sp>
    <dsp:sp modelId="{0D4939D3-0375-418A-8A68-20E53397706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CAAD8-EC74-4E7A-9B60-1E9CB2D92F53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Si tu query lee “casi todo”, </a:t>
          </a:r>
          <a:r>
            <a:rPr lang="es-ES" sz="2700" b="1" kern="1200"/>
            <a:t>índice no salva</a:t>
          </a:r>
          <a:r>
            <a:rPr lang="es-ES" sz="2700" kern="1200"/>
            <a:t>.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0F58D-5E2D-4C68-86B1-38007151CBCD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4696-9AFC-4CC9-BF83-35EF150AF4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817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 memorizamos teoría. Hacemos 3 experimentos y sacamos conclusiones con evidencia.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8568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“Ya sabemos leer planes; ahora probamos dos ‘palancas’ típicas: ordenar y poner índices.”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403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“Con 6k filas todo parece rápido. Escalamos artificialmente para ver diferencias.”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i="1" dirty="0"/>
              <a:t>si el PC es lento, bajar MULTIPLIER</a:t>
            </a:r>
            <a:endParaRPr lang="es-ES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42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“No necesitamos ‘índice’ para ganar: el </a:t>
            </a:r>
            <a:r>
              <a:rPr lang="es-ES" dirty="0" err="1"/>
              <a:t>layout</a:t>
            </a:r>
            <a:r>
              <a:rPr lang="es-ES" dirty="0"/>
              <a:t> ya ayuda si está ordenado.”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972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 esto lo demostramos con evidencia, no con opiniones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330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“No es entregar SQL. </a:t>
            </a:r>
            <a:r>
              <a:rPr lang="es-CO"/>
              <a:t>Es entregar evidencia + interpretación.”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4262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407D0-3B5E-CA82-5693-4ACF5B62C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AD501-5E3B-D218-95D5-337E5DB67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B6657D-D797-28DB-0090-FC97C8FC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6AF3E-F5DA-D1FE-CE8E-B8241A13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69E2B-5578-A807-05AB-0444BA6E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428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0EF03-EEC2-2059-7F80-7F9FFAC0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961665-7078-2B84-BE5F-B198A877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CB4A51-E01F-E45C-2399-C3D8B65F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D2317A-F842-231B-838A-37B8420E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3F6647-95A4-0F8B-407E-4D51BE28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282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61AD6-7CDC-7C53-E07F-E9D31EBE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E4282-DEC6-9F0D-FBEC-F90EC603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A028B2-1D06-9B18-BB38-3B5470E0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347150-B867-728B-070E-F7952EA6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69ABC-29D6-68C2-7DDF-D1304BF9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83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81EDA-91AB-3D94-0A49-E39B64CB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9860A-F6EC-FB97-6F97-81873A43D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B532AA-F186-F124-43EF-2E5F37076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FE525E-CC66-AA17-95B5-0D9A0C49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F6B803-7F7B-CEA4-E122-4B2FC0E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66A64F-58C3-5D1C-B30B-310B8F71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10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19221-480D-5474-36C6-4C9FFD33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54F7CE-EA82-A070-D9C7-1C8069B6E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FCB318-6751-2725-5AFC-2A3DAF698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15BBDE-1DDE-A458-B839-5C62A39E1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D7DB9F-A3C4-83D7-9899-937B3767A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67EB27-4771-C3C3-879F-982B5732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C26658-B892-C1FE-BB6A-ED77DE0D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4C2991-B78C-E387-E2AE-9C8BA65F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725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BDFCD-347F-954A-7227-D3FC2B617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FC0E26-0B2E-30A6-5701-2D2B2AF6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8777B2-3313-C4B2-B1F7-0349B245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F2DD9D-E572-9E1E-7470-1A39890F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861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AC25A3-59B1-44B4-CED1-C177A219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FF631E-2F21-9C8A-22F8-6208F24F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5330D5-1DA3-ABB2-521C-F3F5A823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79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A162C-7F02-D769-347C-14A34B05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7F019E-C9C8-127E-3D5F-6CB83B54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AF0BB3-B5FD-B5B2-C55C-9E227AE13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65A3F7-AE8A-ED2A-2DDF-6863B5EC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4FB4A9-C5C4-D662-2575-E3241533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60096-E601-91EF-2EE2-7533B1B5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35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1E48E-CCE3-8FEF-E58A-FDEEE47B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7F19FD-9B8A-FFF6-5C24-793C828D4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8C6334-E522-3857-DABD-76041054D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9C065B-EB42-7A3A-018E-54290E60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AD8C1A-3D6B-9747-FE37-C3682D14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C4C59-8272-D7BC-DBA2-0DC9A7FF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76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7FF8D-438C-9690-2E3E-44879B7A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480084-91F6-28F5-A42C-C38504524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0886B8-9A42-6880-F388-8F43C243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741AD-A72A-8EAB-489D-0A800CD5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B6A779-50BA-3422-7918-6507071D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51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53ADD3-52A1-8BA7-9EE4-F8840169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6AF8F0-0CEA-EFB8-2261-268D245D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DEF0A-2DFC-8993-E26E-9AF73FC3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568B6-F791-207E-15BD-EFE400E1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C6BC5-77CC-E6C9-90BD-3E984BC2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333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98039A-E708-A871-DFB9-3C466B1A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846D7-2FC3-F572-B0AA-FE39474A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AD1BF-B098-13BE-1898-189D46C73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49A4E-D804-428F-9A93-E9A506C5698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4C1499-E091-993B-E756-4B6E5647D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B670D-FD46-08F4-A343-7D3EA60D0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234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🥇 | Conociendo el ordenamiento por inserción (Insertion Sort)">
            <a:extLst>
              <a:ext uri="{FF2B5EF4-FFF2-40B4-BE49-F238E27FC236}">
                <a16:creationId xmlns:a16="http://schemas.microsoft.com/office/drawing/2014/main" id="{2689BAD9-ACBF-5A86-FA6F-C74B7880F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2BD35-77B0-0F3C-F7C2-C4764136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Índices y ordenamiento: cuándo ayudan y cuándo NO</a:t>
            </a:r>
            <a:endParaRPr lang="es-CO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5DBC67-F009-D481-A08D-3B5C3AB7B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74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C43CAF-C680-8325-953D-B295C5C7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 b="1" dirty="0"/>
              <a:t>Índices y ordenamiento: cuándo ayudan y cuándo NO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4DC6C-BCD9-C64A-2BE4-3FDB722B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98" y="3160889"/>
            <a:ext cx="4958966" cy="2614270"/>
          </a:xfrm>
        </p:spPr>
        <p:txBody>
          <a:bodyPr>
            <a:normAutofit/>
          </a:bodyPr>
          <a:lstStyle/>
          <a:p>
            <a:r>
              <a:rPr lang="es-ES" sz="2000" b="1" dirty="0"/>
              <a:t>Regla:</a:t>
            </a:r>
            <a:r>
              <a:rPr lang="es-ES" sz="2000" dirty="0"/>
              <a:t> “Si no lo ves en EXPLAIN ANALYZE, no lo creas.”</a:t>
            </a:r>
          </a:p>
          <a:p>
            <a:r>
              <a:rPr lang="es-ES" sz="2000" dirty="0"/>
              <a:t>Objetivos (3 </a:t>
            </a:r>
            <a:r>
              <a:rPr lang="es-ES" sz="2000" dirty="0" err="1"/>
              <a:t>bullets</a:t>
            </a:r>
            <a:r>
              <a:rPr lang="es-ES" sz="2000" dirty="0"/>
              <a:t>):</a:t>
            </a:r>
          </a:p>
          <a:p>
            <a:pPr lvl="1"/>
            <a:r>
              <a:rPr lang="es-ES" sz="2000" dirty="0"/>
              <a:t>Orden ayuda por </a:t>
            </a:r>
            <a:r>
              <a:rPr lang="es-ES" sz="2000" dirty="0" err="1"/>
              <a:t>zonemaps</a:t>
            </a:r>
            <a:endParaRPr lang="es-ES" sz="2000" dirty="0"/>
          </a:p>
          <a:p>
            <a:pPr lvl="1"/>
            <a:r>
              <a:rPr lang="es-ES" sz="2000" dirty="0"/>
              <a:t>Índice ayuda en </a:t>
            </a:r>
            <a:r>
              <a:rPr lang="es-ES" sz="2000" dirty="0" err="1"/>
              <a:t>queries</a:t>
            </a:r>
            <a:r>
              <a:rPr lang="es-ES" sz="2000" dirty="0"/>
              <a:t> muy selectivas</a:t>
            </a:r>
          </a:p>
          <a:p>
            <a:pPr lvl="1"/>
            <a:r>
              <a:rPr lang="es-ES" sz="2000" dirty="0"/>
              <a:t>Índice no salva JOIN+GROUP BY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94679C4-EB8A-0452-46AF-B3111278E847}"/>
              </a:ext>
            </a:extLst>
          </p:cNvPr>
          <p:cNvGrpSpPr/>
          <p:nvPr/>
        </p:nvGrpSpPr>
        <p:grpSpPr>
          <a:xfrm>
            <a:off x="6096000" y="3724198"/>
            <a:ext cx="5472633" cy="490480"/>
            <a:chOff x="517358" y="5286626"/>
            <a:chExt cx="11225462" cy="89033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541EFBA3-7490-ABBF-284D-5D072E9307E5}"/>
                </a:ext>
              </a:extLst>
            </p:cNvPr>
            <p:cNvSpPr/>
            <p:nvPr/>
          </p:nvSpPr>
          <p:spPr>
            <a:xfrm>
              <a:off x="517358" y="5293895"/>
              <a:ext cx="3396916" cy="88306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ORDER BY</a:t>
              </a:r>
              <a:endParaRPr lang="es-CO" sz="3600" dirty="0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D7D25F45-4DCB-3D54-CCAB-35E297F4CEEF}"/>
                </a:ext>
              </a:extLst>
            </p:cNvPr>
            <p:cNvSpPr/>
            <p:nvPr/>
          </p:nvSpPr>
          <p:spPr>
            <a:xfrm>
              <a:off x="4239128" y="5286626"/>
              <a:ext cx="3396916" cy="883068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CREATE INDEX</a:t>
              </a:r>
              <a:endParaRPr lang="es-CO" sz="3600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6DBB88AC-6BB9-6F35-447F-9BEE657DBDEB}"/>
                </a:ext>
              </a:extLst>
            </p:cNvPr>
            <p:cNvSpPr/>
            <p:nvPr/>
          </p:nvSpPr>
          <p:spPr>
            <a:xfrm>
              <a:off x="7960895" y="5286626"/>
              <a:ext cx="3781925" cy="8830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EXPLAIN ANALIZE</a:t>
              </a:r>
              <a:endParaRPr lang="es-CO" sz="3600"/>
            </a:p>
          </p:txBody>
        </p:sp>
      </p:grpSp>
    </p:spTree>
    <p:extLst>
      <p:ext uri="{BB962C8B-B14F-4D97-AF65-F5344CB8AC3E}">
        <p14:creationId xmlns:p14="http://schemas.microsoft.com/office/powerpoint/2010/main" val="295699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79C328-7743-297F-6644-11BA697B9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s-ES" b="1" dirty="0"/>
              <a:t>¿Dónde estamos?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833BA-A88F-8FCF-380E-AEEEC0B6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2" y="2194102"/>
            <a:ext cx="3994484" cy="3908586"/>
          </a:xfrm>
        </p:spPr>
        <p:txBody>
          <a:bodyPr>
            <a:normAutofit/>
          </a:bodyPr>
          <a:lstStyle/>
          <a:p>
            <a:r>
              <a:rPr lang="es-ES" sz="2000" dirty="0"/>
              <a:t>Línea:</a:t>
            </a:r>
          </a:p>
          <a:p>
            <a:pPr lvl="1"/>
            <a:r>
              <a:rPr lang="es-ES" sz="2000" dirty="0"/>
              <a:t>W04B: Silver/Gold (tablas estables)</a:t>
            </a:r>
          </a:p>
          <a:p>
            <a:pPr lvl="1"/>
            <a:r>
              <a:rPr lang="es-ES" sz="2000" dirty="0"/>
              <a:t>W05A: leer planes</a:t>
            </a:r>
          </a:p>
          <a:p>
            <a:pPr lvl="1"/>
            <a:r>
              <a:rPr lang="es-ES" sz="2000" b="1"/>
              <a:t>W05B</a:t>
            </a:r>
            <a:r>
              <a:rPr lang="es-ES" sz="2000" b="1" dirty="0"/>
              <a:t>: experimentar con orden + índices</a:t>
            </a:r>
            <a:endParaRPr lang="es-ES" sz="20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DFFADE6-B155-63C9-2788-0FF08E4E2313}"/>
              </a:ext>
            </a:extLst>
          </p:cNvPr>
          <p:cNvGrpSpPr/>
          <p:nvPr/>
        </p:nvGrpSpPr>
        <p:grpSpPr>
          <a:xfrm>
            <a:off x="5445457" y="2104133"/>
            <a:ext cx="6155141" cy="2673475"/>
            <a:chOff x="2310063" y="-87170"/>
            <a:chExt cx="8598568" cy="391469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0DA174B9-B6C8-3E5D-B2CA-BDB2B180AB6F}"/>
                </a:ext>
              </a:extLst>
            </p:cNvPr>
            <p:cNvGrpSpPr/>
            <p:nvPr/>
          </p:nvGrpSpPr>
          <p:grpSpPr>
            <a:xfrm>
              <a:off x="2310063" y="-87170"/>
              <a:ext cx="8598568" cy="3866537"/>
              <a:chOff x="5167341" y="1716903"/>
              <a:chExt cx="5981922" cy="2689904"/>
            </a:xfrm>
          </p:grpSpPr>
          <p:pic>
            <p:nvPicPr>
              <p:cNvPr id="7" name="Picture 2" descr="Diagrama&#10;&#10;El contenido generado por IA puede ser incorrecto.">
                <a:extLst>
                  <a:ext uri="{FF2B5EF4-FFF2-40B4-BE49-F238E27FC236}">
                    <a16:creationId xmlns:a16="http://schemas.microsoft.com/office/drawing/2014/main" id="{3948ADC9-A4EC-AE91-48A7-357CD0F5B4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7341" y="2058903"/>
                <a:ext cx="5981922" cy="2347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037EF43-E3FD-A946-76A9-A7588F469884}"/>
                  </a:ext>
                </a:extLst>
              </p:cNvPr>
              <p:cNvSpPr txBox="1"/>
              <p:nvPr/>
            </p:nvSpPr>
            <p:spPr>
              <a:xfrm>
                <a:off x="9034029" y="1716903"/>
                <a:ext cx="1005797" cy="418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477774">
                  <a:spcAft>
                    <a:spcPts val="570"/>
                  </a:spcAft>
                </a:pPr>
                <a:r>
                  <a:rPr lang="es-CO" sz="209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⚡</a:t>
                </a:r>
                <a:endParaRPr lang="es-CO" sz="4000"/>
              </a:p>
            </p:txBody>
          </p:sp>
        </p:grp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B4DB23D-20D6-AB86-333A-C08AEA4D377C}"/>
                </a:ext>
              </a:extLst>
            </p:cNvPr>
            <p:cNvSpPr txBox="1"/>
            <p:nvPr/>
          </p:nvSpPr>
          <p:spPr>
            <a:xfrm>
              <a:off x="7779540" y="3181193"/>
              <a:ext cx="15540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77774">
                <a:spcAft>
                  <a:spcPts val="570"/>
                </a:spcAft>
              </a:pPr>
              <a:r>
                <a:rPr lang="es-CO" sz="9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ya importa performance</a:t>
              </a:r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68894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0D42D-B020-376B-C3A8-126C3033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Por qué creamos una tabla “grande”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60D1B2E-FA25-F788-39FB-CFFA52925D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9698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603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D5D1CC-E349-B319-5E6E-07528F8D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" b="1" dirty="0"/>
              <a:t>Idea 1: </a:t>
            </a:r>
            <a:r>
              <a:rPr lang="es-ES" b="1"/>
              <a:t>Zonemaps</a:t>
            </a:r>
            <a:r>
              <a:rPr lang="es-ES" b="1" dirty="0"/>
              <a:t> (min-</a:t>
            </a:r>
            <a:r>
              <a:rPr lang="es-ES" b="1"/>
              <a:t>max</a:t>
            </a:r>
            <a:r>
              <a:rPr lang="es-ES" b="1" dirty="0"/>
              <a:t>) y el orden</a:t>
            </a:r>
            <a:endParaRPr lang="es-C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081C46-853D-DFCF-3B80-BB3F307D2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 b="1"/>
              <a:t>Zonemap</a:t>
            </a:r>
            <a:r>
              <a:rPr lang="es-ES" sz="2000"/>
              <a:t> = min/max por bloques</a:t>
            </a:r>
          </a:p>
          <a:p>
            <a:r>
              <a:rPr lang="es-ES" sz="2000"/>
              <a:t>Si filtras por rango y el bloque no calza → </a:t>
            </a:r>
            <a:r>
              <a:rPr lang="es-ES" sz="2000" b="1"/>
              <a:t>se salta el bloque</a:t>
            </a:r>
            <a:endParaRPr lang="es-ES" sz="2000"/>
          </a:p>
          <a:p>
            <a:r>
              <a:rPr lang="es-ES" sz="2000"/>
              <a:t>Ordenar por columna filtrada → rangos por bloque más “limpios” → más skip</a:t>
            </a:r>
          </a:p>
        </p:txBody>
      </p:sp>
      <p:pic>
        <p:nvPicPr>
          <p:cNvPr id="4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DDD5C7A-2287-D45F-372D-4B325075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24" y="2484255"/>
            <a:ext cx="4903292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4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Rotuladores y bolígrafos adhesivos de colores en una libreta abierta">
            <a:extLst>
              <a:ext uri="{FF2B5EF4-FFF2-40B4-BE49-F238E27FC236}">
                <a16:creationId xmlns:a16="http://schemas.microsoft.com/office/drawing/2014/main" id="{CFF947C8-C70B-8C94-E63B-E308821DC2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0448AB-FE98-EAAF-98C1-C807ECE9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Seguir en el notebook</a:t>
            </a:r>
          </a:p>
        </p:txBody>
      </p:sp>
    </p:spTree>
    <p:extLst>
      <p:ext uri="{BB962C8B-B14F-4D97-AF65-F5344CB8AC3E}">
        <p14:creationId xmlns:p14="http://schemas.microsoft.com/office/powerpoint/2010/main" val="4108330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719D6E-50CF-8AA0-C867-8474FDF1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 b="1"/>
              <a:t>Qué se llevan hoy (3 reglas prácticas)</a:t>
            </a:r>
            <a:endParaRPr lang="es-CO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1B7D056-001A-3DC1-2104-3A5E943E4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27098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046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1F46F-3DF9-2701-1526-8E9A4DA6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4000" b="1">
                <a:solidFill>
                  <a:srgbClr val="FFFFFF"/>
                </a:solidFill>
              </a:rPr>
              <a:t>Entregables (en clase + tarea)</a:t>
            </a:r>
            <a:endParaRPr lang="es-CO" sz="4000">
              <a:solidFill>
                <a:srgbClr val="FFFFFF"/>
              </a:solidFill>
            </a:endParaRPr>
          </a:p>
        </p:txBody>
      </p:sp>
      <p:pic>
        <p:nvPicPr>
          <p:cNvPr id="7" name="Marcador de contenido 6" descr="Texto&#10;&#10;El contenido generado por IA puede ser incorrecto.">
            <a:extLst>
              <a:ext uri="{FF2B5EF4-FFF2-40B4-BE49-F238E27FC236}">
                <a16:creationId xmlns:a16="http://schemas.microsoft.com/office/drawing/2014/main" id="{A7A74040-E29C-FE62-74AD-2CDEFCB96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6276" y="16720"/>
            <a:ext cx="6299568" cy="68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66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346</Words>
  <Application>Microsoft Office PowerPoint</Application>
  <PresentationFormat>Panorámica</PresentationFormat>
  <Paragraphs>46</Paragraphs>
  <Slides>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Índices y ordenamiento: cuándo ayudan y cuándo NO</vt:lpstr>
      <vt:lpstr>Índices y ordenamiento: cuándo ayudan y cuándo NO</vt:lpstr>
      <vt:lpstr>¿Dónde estamos?</vt:lpstr>
      <vt:lpstr>Por qué creamos una tabla “grande”</vt:lpstr>
      <vt:lpstr>Idea 1: Zonemaps (min-max) y el orden</vt:lpstr>
      <vt:lpstr>Seguir en el notebook</vt:lpstr>
      <vt:lpstr>Qué se llevan hoy (3 reglas prácticas)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6</cp:revision>
  <dcterms:created xsi:type="dcterms:W3CDTF">2026-01-11T02:52:51Z</dcterms:created>
  <dcterms:modified xsi:type="dcterms:W3CDTF">2026-03-01T22:50:44Z</dcterms:modified>
</cp:coreProperties>
</file>